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8"/>
  </p:notesMasterIdLst>
  <p:sldIdLst>
    <p:sldId id="256" r:id="rId3"/>
    <p:sldId id="358" r:id="rId4"/>
    <p:sldId id="329" r:id="rId5"/>
    <p:sldId id="345" r:id="rId6"/>
    <p:sldId id="346" r:id="rId7"/>
    <p:sldId id="302" r:id="rId8"/>
    <p:sldId id="355" r:id="rId9"/>
    <p:sldId id="341" r:id="rId10"/>
    <p:sldId id="338" r:id="rId11"/>
    <p:sldId id="352" r:id="rId12"/>
    <p:sldId id="357" r:id="rId13"/>
    <p:sldId id="342" r:id="rId14"/>
    <p:sldId id="353" r:id="rId15"/>
    <p:sldId id="343" r:id="rId16"/>
    <p:sldId id="296" r:id="rId17"/>
  </p:sldIdLst>
  <p:sldSz cx="9144000" cy="5143500" type="screen16x9"/>
  <p:notesSz cx="6858000" cy="9144000"/>
  <p:embeddedFontLst>
    <p:embeddedFont>
      <p:font typeface="Nunito Light" pitchFamily="2" charset="0"/>
      <p:regular r:id="rId19"/>
      <p: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Proxima Nova Semibold" panose="020B0604020202020204" charset="0"/>
      <p:regular r:id="rId29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CED31-040B-4B96-B264-8210C48EDFA1}">
  <a:tblStyle styleId="{37ECED31-040B-4B96-B264-8210C48EDF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CEE02A-BB42-442E-BC65-CD1E1F16B8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 HANAN BINTI HAMDAN" userId="611587a3-4fba-4630-aec7-8c82a5204456" providerId="ADAL" clId="{2AC34E7B-6C1E-4DA6-825C-8A4937CF5A27}"/>
    <pc:docChg chg="undo custSel addSld delSld modSld sldOrd">
      <pc:chgData name="NUR HANAN BINTI HAMDAN" userId="611587a3-4fba-4630-aec7-8c82a5204456" providerId="ADAL" clId="{2AC34E7B-6C1E-4DA6-825C-8A4937CF5A27}" dt="2026-05-18T04:02:02.534" v="4277" actId="20577"/>
      <pc:docMkLst>
        <pc:docMk/>
      </pc:docMkLst>
      <pc:sldChg chg="modSp del mod">
        <pc:chgData name="NUR HANAN BINTI HAMDAN" userId="611587a3-4fba-4630-aec7-8c82a5204456" providerId="ADAL" clId="{2AC34E7B-6C1E-4DA6-825C-8A4937CF5A27}" dt="2026-05-18T04:00:19.552" v="4129" actId="47"/>
        <pc:sldMkLst>
          <pc:docMk/>
          <pc:sldMk cId="759764155" sldId="299"/>
        </pc:sldMkLst>
      </pc:sldChg>
      <pc:sldChg chg="modSp del mod">
        <pc:chgData name="NUR HANAN BINTI HAMDAN" userId="611587a3-4fba-4630-aec7-8c82a5204456" providerId="ADAL" clId="{2AC34E7B-6C1E-4DA6-825C-8A4937CF5A27}" dt="2026-05-18T04:00:20.197" v="4130" actId="47"/>
        <pc:sldMkLst>
          <pc:docMk/>
          <pc:sldMk cId="1513713969" sldId="300"/>
        </pc:sldMkLst>
      </pc:sldChg>
      <pc:sldChg chg="addSp delSp modSp add del mod">
        <pc:chgData name="NUR HANAN BINTI HAMDAN" userId="611587a3-4fba-4630-aec7-8c82a5204456" providerId="ADAL" clId="{2AC34E7B-6C1E-4DA6-825C-8A4937CF5A27}" dt="2026-05-18T04:01:50.407" v="4276" actId="20577"/>
        <pc:sldMkLst>
          <pc:docMk/>
          <pc:sldMk cId="2011588104" sldId="302"/>
        </pc:sldMkLst>
        <pc:spChg chg="mod">
          <ac:chgData name="NUR HANAN BINTI HAMDAN" userId="611587a3-4fba-4630-aec7-8c82a5204456" providerId="ADAL" clId="{2AC34E7B-6C1E-4DA6-825C-8A4937CF5A27}" dt="2026-05-18T04:01:50.407" v="4276" actId="20577"/>
          <ac:spMkLst>
            <pc:docMk/>
            <pc:sldMk cId="2011588104" sldId="302"/>
            <ac:spMk id="342" creationId="{14767A9A-E2F3-AAD3-C2E2-D0DA4D33814D}"/>
          </ac:spMkLst>
        </pc:spChg>
      </pc:sldChg>
      <pc:sldChg chg="addSp delSp modSp del mod">
        <pc:chgData name="NUR HANAN BINTI HAMDAN" userId="611587a3-4fba-4630-aec7-8c82a5204456" providerId="ADAL" clId="{2AC34E7B-6C1E-4DA6-825C-8A4937CF5A27}" dt="2026-05-18T03:58:16.207" v="3980" actId="47"/>
        <pc:sldMkLst>
          <pc:docMk/>
          <pc:sldMk cId="1322121361" sldId="313"/>
        </pc:sldMkLst>
      </pc:sldChg>
      <pc:sldChg chg="addSp delSp modSp mod">
        <pc:chgData name="NUR HANAN BINTI HAMDAN" userId="611587a3-4fba-4630-aec7-8c82a5204456" providerId="ADAL" clId="{2AC34E7B-6C1E-4DA6-825C-8A4937CF5A27}" dt="2026-05-18T04:00:01.129" v="4128" actId="20577"/>
        <pc:sldMkLst>
          <pc:docMk/>
          <pc:sldMk cId="4044614358" sldId="329"/>
        </pc:sldMkLst>
        <pc:spChg chg="mod">
          <ac:chgData name="NUR HANAN BINTI HAMDAN" userId="611587a3-4fba-4630-aec7-8c82a5204456" providerId="ADAL" clId="{2AC34E7B-6C1E-4DA6-825C-8A4937CF5A27}" dt="2026-05-18T03:59:33.902" v="4090" actId="20577"/>
          <ac:spMkLst>
            <pc:docMk/>
            <pc:sldMk cId="4044614358" sldId="329"/>
            <ac:spMk id="4" creationId="{13D52F76-D1E5-F582-81DF-2CFF903536C2}"/>
          </ac:spMkLst>
        </pc:spChg>
        <pc:spChg chg="mod">
          <ac:chgData name="NUR HANAN BINTI HAMDAN" userId="611587a3-4fba-4630-aec7-8c82a5204456" providerId="ADAL" clId="{2AC34E7B-6C1E-4DA6-825C-8A4937CF5A27}" dt="2026-05-18T03:59:22.560" v="4051" actId="1076"/>
          <ac:spMkLst>
            <pc:docMk/>
            <pc:sldMk cId="4044614358" sldId="329"/>
            <ac:spMk id="21" creationId="{2A06F2A4-B7F1-D08A-64D9-87D674334C4B}"/>
          </ac:spMkLst>
        </pc:spChg>
        <pc:spChg chg="add mod">
          <ac:chgData name="NUR HANAN BINTI HAMDAN" userId="611587a3-4fba-4630-aec7-8c82a5204456" providerId="ADAL" clId="{2AC34E7B-6C1E-4DA6-825C-8A4937CF5A27}" dt="2026-05-18T04:00:01.129" v="4128" actId="20577"/>
          <ac:spMkLst>
            <pc:docMk/>
            <pc:sldMk cId="4044614358" sldId="329"/>
            <ac:spMk id="24" creationId="{A97FB953-750F-8265-66A8-F6C0782A8AFD}"/>
          </ac:spMkLst>
        </pc:spChg>
      </pc:sldChg>
      <pc:sldChg chg="modSp del mod">
        <pc:chgData name="NUR HANAN BINTI HAMDAN" userId="611587a3-4fba-4630-aec7-8c82a5204456" providerId="ADAL" clId="{2AC34E7B-6C1E-4DA6-825C-8A4937CF5A27}" dt="2026-05-18T04:00:20.726" v="4131" actId="47"/>
        <pc:sldMkLst>
          <pc:docMk/>
          <pc:sldMk cId="441510302" sldId="337"/>
        </pc:sldMkLst>
      </pc:sldChg>
      <pc:sldChg chg="modSp add del mod">
        <pc:chgData name="NUR HANAN BINTI HAMDAN" userId="611587a3-4fba-4630-aec7-8c82a5204456" providerId="ADAL" clId="{2AC34E7B-6C1E-4DA6-825C-8A4937CF5A27}" dt="2026-05-18T04:02:02.534" v="4277" actId="20577"/>
        <pc:sldMkLst>
          <pc:docMk/>
          <pc:sldMk cId="4197223260" sldId="338"/>
        </pc:sldMkLst>
        <pc:spChg chg="mod">
          <ac:chgData name="NUR HANAN BINTI HAMDAN" userId="611587a3-4fba-4630-aec7-8c82a5204456" providerId="ADAL" clId="{2AC34E7B-6C1E-4DA6-825C-8A4937CF5A27}" dt="2026-05-18T04:02:02.534" v="4277" actId="20577"/>
          <ac:spMkLst>
            <pc:docMk/>
            <pc:sldMk cId="4197223260" sldId="338"/>
            <ac:spMk id="342" creationId="{48B7AFD9-42F5-9063-4437-709AC91FB21B}"/>
          </ac:spMkLst>
        </pc:spChg>
      </pc:sldChg>
      <pc:sldChg chg="addSp delSp modSp del mod">
        <pc:chgData name="NUR HANAN BINTI HAMDAN" userId="611587a3-4fba-4630-aec7-8c82a5204456" providerId="ADAL" clId="{2AC34E7B-6C1E-4DA6-825C-8A4937CF5A27}" dt="2026-05-18T04:00:21.692" v="4133" actId="47"/>
        <pc:sldMkLst>
          <pc:docMk/>
          <pc:sldMk cId="2753670350" sldId="339"/>
        </pc:sldMkLst>
      </pc:sldChg>
      <pc:sldChg chg="delSp modSp add del mod">
        <pc:chgData name="NUR HANAN BINTI HAMDAN" userId="611587a3-4fba-4630-aec7-8c82a5204456" providerId="ADAL" clId="{2AC34E7B-6C1E-4DA6-825C-8A4937CF5A27}" dt="2026-05-18T03:58:52.515" v="4009" actId="47"/>
        <pc:sldMkLst>
          <pc:docMk/>
          <pc:sldMk cId="1797902421" sldId="344"/>
        </pc:sldMkLst>
        <pc:graphicFrameChg chg="del modGraphic">
          <ac:chgData name="NUR HANAN BINTI HAMDAN" userId="611587a3-4fba-4630-aec7-8c82a5204456" providerId="ADAL" clId="{2AC34E7B-6C1E-4DA6-825C-8A4937CF5A27}" dt="2026-05-18T03:58:20.023" v="3981" actId="478"/>
          <ac:graphicFrameMkLst>
            <pc:docMk/>
            <pc:sldMk cId="1797902421" sldId="344"/>
            <ac:graphicFrameMk id="2" creationId="{A5FCB0C6-4E71-E360-825D-3AF971488856}"/>
          </ac:graphicFrameMkLst>
        </pc:graphicFrameChg>
      </pc:sldChg>
      <pc:sldChg chg="modSp add mod ord">
        <pc:chgData name="NUR HANAN BINTI HAMDAN" userId="611587a3-4fba-4630-aec7-8c82a5204456" providerId="ADAL" clId="{2AC34E7B-6C1E-4DA6-825C-8A4937CF5A27}" dt="2026-05-18T04:01:11.767" v="4220" actId="404"/>
        <pc:sldMkLst>
          <pc:docMk/>
          <pc:sldMk cId="512467414" sldId="345"/>
        </pc:sldMkLst>
        <pc:spChg chg="mod">
          <ac:chgData name="NUR HANAN BINTI HAMDAN" userId="611587a3-4fba-4630-aec7-8c82a5204456" providerId="ADAL" clId="{2AC34E7B-6C1E-4DA6-825C-8A4937CF5A27}" dt="2026-05-18T04:01:11.767" v="4220" actId="404"/>
          <ac:spMkLst>
            <pc:docMk/>
            <pc:sldMk cId="512467414" sldId="345"/>
            <ac:spMk id="348" creationId="{7E985B06-75E1-AC7D-3800-B3362E433EF3}"/>
          </ac:spMkLst>
        </pc:spChg>
      </pc:sldChg>
      <pc:sldChg chg="addSp modSp add del mod">
        <pc:chgData name="NUR HANAN BINTI HAMDAN" userId="611587a3-4fba-4630-aec7-8c82a5204456" providerId="ADAL" clId="{2AC34E7B-6C1E-4DA6-825C-8A4937CF5A27}" dt="2026-05-18T04:00:22.157" v="4134" actId="47"/>
        <pc:sldMkLst>
          <pc:docMk/>
          <pc:sldMk cId="1001117073" sldId="347"/>
        </pc:sldMkLst>
      </pc:sldChg>
      <pc:sldChg chg="add del">
        <pc:chgData name="NUR HANAN BINTI HAMDAN" userId="611587a3-4fba-4630-aec7-8c82a5204456" providerId="ADAL" clId="{2AC34E7B-6C1E-4DA6-825C-8A4937CF5A27}" dt="2026-05-18T04:00:23.030" v="4136" actId="47"/>
        <pc:sldMkLst>
          <pc:docMk/>
          <pc:sldMk cId="1207897541" sldId="348"/>
        </pc:sldMkLst>
      </pc:sldChg>
      <pc:sldChg chg="addSp modSp add del mod">
        <pc:chgData name="NUR HANAN BINTI HAMDAN" userId="611587a3-4fba-4630-aec7-8c82a5204456" providerId="ADAL" clId="{2AC34E7B-6C1E-4DA6-825C-8A4937CF5A27}" dt="2026-05-18T04:00:23.546" v="4137" actId="47"/>
        <pc:sldMkLst>
          <pc:docMk/>
          <pc:sldMk cId="1407971500" sldId="349"/>
        </pc:sldMkLst>
      </pc:sldChg>
      <pc:sldChg chg="addSp delSp modSp add del mod">
        <pc:chgData name="NUR HANAN BINTI HAMDAN" userId="611587a3-4fba-4630-aec7-8c82a5204456" providerId="ADAL" clId="{2AC34E7B-6C1E-4DA6-825C-8A4937CF5A27}" dt="2026-05-18T04:00:24.087" v="4138" actId="47"/>
        <pc:sldMkLst>
          <pc:docMk/>
          <pc:sldMk cId="266573452" sldId="350"/>
        </pc:sldMkLst>
      </pc:sldChg>
      <pc:sldChg chg="delSp modSp add del mod">
        <pc:chgData name="NUR HANAN BINTI HAMDAN" userId="611587a3-4fba-4630-aec7-8c82a5204456" providerId="ADAL" clId="{2AC34E7B-6C1E-4DA6-825C-8A4937CF5A27}" dt="2026-05-18T04:00:22.577" v="4135" actId="47"/>
        <pc:sldMkLst>
          <pc:docMk/>
          <pc:sldMk cId="2831274821" sldId="351"/>
        </pc:sldMkLst>
      </pc:sldChg>
      <pc:sldChg chg="addSp delSp modSp add del mod ord">
        <pc:chgData name="NUR HANAN BINTI HAMDAN" userId="611587a3-4fba-4630-aec7-8c82a5204456" providerId="ADAL" clId="{2AC34E7B-6C1E-4DA6-825C-8A4937CF5A27}" dt="2026-05-18T04:00:21.204" v="4132" actId="47"/>
        <pc:sldMkLst>
          <pc:docMk/>
          <pc:sldMk cId="3341078998" sldId="354"/>
        </pc:sldMkLst>
      </pc:sldChg>
      <pc:sldChg chg="new del">
        <pc:chgData name="NUR HANAN BINTI HAMDAN" userId="611587a3-4fba-4630-aec7-8c82a5204456" providerId="ADAL" clId="{2AC34E7B-6C1E-4DA6-825C-8A4937CF5A27}" dt="2026-05-18T04:00:24.614" v="4139" actId="47"/>
        <pc:sldMkLst>
          <pc:docMk/>
          <pc:sldMk cId="1573314802" sldId="356"/>
        </pc:sldMkLst>
      </pc:sldChg>
      <pc:sldChg chg="modSp add mod">
        <pc:chgData name="NUR HANAN BINTI HAMDAN" userId="611587a3-4fba-4630-aec7-8c82a5204456" providerId="ADAL" clId="{2AC34E7B-6C1E-4DA6-825C-8A4937CF5A27}" dt="2026-05-18T03:58:50.732" v="4008" actId="20577"/>
        <pc:sldMkLst>
          <pc:docMk/>
          <pc:sldMk cId="958427856" sldId="358"/>
        </pc:sldMkLst>
        <pc:spChg chg="mod">
          <ac:chgData name="NUR HANAN BINTI HAMDAN" userId="611587a3-4fba-4630-aec7-8c82a5204456" providerId="ADAL" clId="{2AC34E7B-6C1E-4DA6-825C-8A4937CF5A27}" dt="2026-05-18T03:58:50.732" v="4008" actId="20577"/>
          <ac:spMkLst>
            <pc:docMk/>
            <pc:sldMk cId="958427856" sldId="358"/>
            <ac:spMk id="313" creationId="{FE18D9AB-A6E7-2CDB-5309-B6DD9A5269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0352CF5-C1BB-4710-E231-17A39CDE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19281579-F614-DCDB-0D60-C0A9C81EE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FD5A505F-5F45-3B0F-E53F-D24558C11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83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0A176B18-7F7F-58C1-E2DB-E9F57586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>
            <a:extLst>
              <a:ext uri="{FF2B5EF4-FFF2-40B4-BE49-F238E27FC236}">
                <a16:creationId xmlns:a16="http://schemas.microsoft.com/office/drawing/2014/main" id="{E0D4945E-D400-BFDE-634B-766D3A9BE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>
            <a:extLst>
              <a:ext uri="{FF2B5EF4-FFF2-40B4-BE49-F238E27FC236}">
                <a16:creationId xmlns:a16="http://schemas.microsoft.com/office/drawing/2014/main" id="{D732A31A-B680-6524-A4F9-7CE4B191D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697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EB7EE535-1BED-9B17-F181-C7A1B9F7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dda1946d_6_308:notes">
            <a:extLst>
              <a:ext uri="{FF2B5EF4-FFF2-40B4-BE49-F238E27FC236}">
                <a16:creationId xmlns:a16="http://schemas.microsoft.com/office/drawing/2014/main" id="{21F48AA8-5C3C-9317-49B4-0289F748C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dda1946d_6_308:notes">
            <a:extLst>
              <a:ext uri="{FF2B5EF4-FFF2-40B4-BE49-F238E27FC236}">
                <a16:creationId xmlns:a16="http://schemas.microsoft.com/office/drawing/2014/main" id="{E0480FAC-BA1D-002E-63C9-EECEC38EC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567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40A28A71-61A7-5824-A4BA-79BC7BA8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>
            <a:extLst>
              <a:ext uri="{FF2B5EF4-FFF2-40B4-BE49-F238E27FC236}">
                <a16:creationId xmlns:a16="http://schemas.microsoft.com/office/drawing/2014/main" id="{C9489BCB-B76A-D022-C3E2-8C6D0252C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>
            <a:extLst>
              <a:ext uri="{FF2B5EF4-FFF2-40B4-BE49-F238E27FC236}">
                <a16:creationId xmlns:a16="http://schemas.microsoft.com/office/drawing/2014/main" id="{A7390488-A016-67F0-7457-2092E8A03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5660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9E794F5-1558-8E87-D3BC-7FEFAD7F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602C44AE-B049-DA32-22FA-489C2F405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141E1051-F95D-BD5F-5C49-36DE5766F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971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1075F69-67EA-6ABC-658A-BEF41CBE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21088DDE-90DC-2D69-65A7-123A58DAB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E1BDC945-1D8B-EC0C-01D1-8737010FE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664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249A455-FAFD-274A-E022-715C3812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4dda1946d_6_322:notes">
            <a:extLst>
              <a:ext uri="{FF2B5EF4-FFF2-40B4-BE49-F238E27FC236}">
                <a16:creationId xmlns:a16="http://schemas.microsoft.com/office/drawing/2014/main" id="{22AEC2E3-43CD-222D-5B9D-F7A2F9F01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4dda1946d_6_322:notes">
            <a:extLst>
              <a:ext uri="{FF2B5EF4-FFF2-40B4-BE49-F238E27FC236}">
                <a16:creationId xmlns:a16="http://schemas.microsoft.com/office/drawing/2014/main" id="{611234F8-EA87-57E1-9948-BCE8A1F3A5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212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1" name="Google Shape;7991;g1e7f3938c53_0_17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2" name="Google Shape;7992;g1e7f3938c53_0_17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576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7" r:id="rId8"/>
    <p:sldLayoutId id="2147483674" r:id="rId9"/>
    <p:sldLayoutId id="2147483675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rugoto.jpf.go.jp/assets/docs/download/starter_a/MarugotoStarterWordbook_EN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usuu.com/en/japanese/adjectives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BASIC JAPANESE LANGUAGE</a:t>
            </a:r>
            <a:endParaRPr dirty="0"/>
          </a:p>
        </p:txBody>
      </p:sp>
      <p:sp>
        <p:nvSpPr>
          <p:cNvPr id="308" name="Google Shape;308;p33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GLT1031 (WEEK 6)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EC3B8E-48CB-3A5F-0079-5C1F544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E18D9AB-A6E7-2CDB-5309-B6DD9A526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PREVIOUS CONTENT (WEEK 7)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9F96893F-71C5-3EFF-BE12-C40B924F4B73}"/>
              </a:ext>
            </a:extLst>
          </p:cNvPr>
          <p:cNvGraphicFramePr/>
          <p:nvPr/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talk about your favorite food &amp; breakfast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likes &amp; dislikes (general)</a:t>
                      </a:r>
                    </a:p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actions such as what one eats or drinks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Say how frequently the action is done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42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C9157CD-5DBE-6E2F-DE34-8F709F4C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087C720F-3A6C-EA74-23C2-2CA3392CCC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/>
              <a:t>復習しましょう・ふくしゅうしましょう</a:t>
            </a:r>
            <a:endParaRPr dirty="0"/>
          </a:p>
        </p:txBody>
      </p:sp>
      <p:sp>
        <p:nvSpPr>
          <p:cNvPr id="19" name="Google Shape;356;p38">
            <a:extLst>
              <a:ext uri="{FF2B5EF4-FFF2-40B4-BE49-F238E27FC236}">
                <a16:creationId xmlns:a16="http://schemas.microsoft.com/office/drawing/2014/main" id="{A29F2A5B-04D0-7DA0-6B86-C9C19DFD2F50}"/>
              </a:ext>
            </a:extLst>
          </p:cNvPr>
          <p:cNvSpPr/>
          <p:nvPr/>
        </p:nvSpPr>
        <p:spPr>
          <a:xfrm>
            <a:off x="1188954" y="1795238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357;p38">
            <a:extLst>
              <a:ext uri="{FF2B5EF4-FFF2-40B4-BE49-F238E27FC236}">
                <a16:creationId xmlns:a16="http://schemas.microsoft.com/office/drawing/2014/main" id="{105745DA-DCD6-407A-C20F-E9E37B9509E0}"/>
              </a:ext>
            </a:extLst>
          </p:cNvPr>
          <p:cNvSpPr txBox="1">
            <a:spLocks/>
          </p:cNvSpPr>
          <p:nvPr/>
        </p:nvSpPr>
        <p:spPr>
          <a:xfrm>
            <a:off x="2245252" y="1795238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Q1</a:t>
            </a:r>
          </a:p>
        </p:txBody>
      </p:sp>
      <p:sp>
        <p:nvSpPr>
          <p:cNvPr id="21" name="Google Shape;359;p38">
            <a:extLst>
              <a:ext uri="{FF2B5EF4-FFF2-40B4-BE49-F238E27FC236}">
                <a16:creationId xmlns:a16="http://schemas.microsoft.com/office/drawing/2014/main" id="{2A06F2A4-B7F1-D08A-64D9-87D674334C4B}"/>
              </a:ext>
            </a:extLst>
          </p:cNvPr>
          <p:cNvSpPr txBox="1">
            <a:spLocks/>
          </p:cNvSpPr>
          <p:nvPr/>
        </p:nvSpPr>
        <p:spPr>
          <a:xfrm>
            <a:off x="3938459" y="1816342"/>
            <a:ext cx="4524884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たべものはなにがすきですか</a:t>
            </a:r>
            <a:endParaRPr lang="en-US" sz="1600" dirty="0"/>
          </a:p>
        </p:txBody>
      </p:sp>
      <p:sp>
        <p:nvSpPr>
          <p:cNvPr id="2" name="Google Shape;356;p38">
            <a:extLst>
              <a:ext uri="{FF2B5EF4-FFF2-40B4-BE49-F238E27FC236}">
                <a16:creationId xmlns:a16="http://schemas.microsoft.com/office/drawing/2014/main" id="{993D5246-051A-EDF9-CD89-EF4B8CF233D5}"/>
              </a:ext>
            </a:extLst>
          </p:cNvPr>
          <p:cNvSpPr/>
          <p:nvPr/>
        </p:nvSpPr>
        <p:spPr>
          <a:xfrm>
            <a:off x="1196901" y="2633719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57;p38">
            <a:extLst>
              <a:ext uri="{FF2B5EF4-FFF2-40B4-BE49-F238E27FC236}">
                <a16:creationId xmlns:a16="http://schemas.microsoft.com/office/drawing/2014/main" id="{59D584B5-F196-8370-5F40-EA7DA5CEE184}"/>
              </a:ext>
            </a:extLst>
          </p:cNvPr>
          <p:cNvSpPr txBox="1">
            <a:spLocks/>
          </p:cNvSpPr>
          <p:nvPr/>
        </p:nvSpPr>
        <p:spPr>
          <a:xfrm>
            <a:off x="2253199" y="2633719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Q2</a:t>
            </a:r>
          </a:p>
        </p:txBody>
      </p:sp>
      <p:sp>
        <p:nvSpPr>
          <p:cNvPr id="4" name="Google Shape;359;p38">
            <a:extLst>
              <a:ext uri="{FF2B5EF4-FFF2-40B4-BE49-F238E27FC236}">
                <a16:creationId xmlns:a16="http://schemas.microsoft.com/office/drawing/2014/main" id="{13D52F76-D1E5-F582-81DF-2CFF903536C2}"/>
              </a:ext>
            </a:extLst>
          </p:cNvPr>
          <p:cNvSpPr txBox="1">
            <a:spLocks/>
          </p:cNvSpPr>
          <p:nvPr/>
        </p:nvSpPr>
        <p:spPr>
          <a:xfrm>
            <a:off x="3938459" y="2633719"/>
            <a:ext cx="4628842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あさごはんはなにをたべますか</a:t>
            </a:r>
            <a:endParaRPr lang="en-US" altLang="ja-JP" sz="1600" dirty="0"/>
          </a:p>
        </p:txBody>
      </p:sp>
      <p:sp>
        <p:nvSpPr>
          <p:cNvPr id="22" name="Google Shape;356;p38">
            <a:extLst>
              <a:ext uri="{FF2B5EF4-FFF2-40B4-BE49-F238E27FC236}">
                <a16:creationId xmlns:a16="http://schemas.microsoft.com/office/drawing/2014/main" id="{EE3B793D-3F8B-3388-0460-CF0F06ECF232}"/>
              </a:ext>
            </a:extLst>
          </p:cNvPr>
          <p:cNvSpPr/>
          <p:nvPr/>
        </p:nvSpPr>
        <p:spPr>
          <a:xfrm>
            <a:off x="1196901" y="3472200"/>
            <a:ext cx="820652" cy="4758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357;p38">
            <a:extLst>
              <a:ext uri="{FF2B5EF4-FFF2-40B4-BE49-F238E27FC236}">
                <a16:creationId xmlns:a16="http://schemas.microsoft.com/office/drawing/2014/main" id="{12BBD6A4-0090-8BE7-B5DB-00CB0931DA66}"/>
              </a:ext>
            </a:extLst>
          </p:cNvPr>
          <p:cNvSpPr txBox="1">
            <a:spLocks/>
          </p:cNvSpPr>
          <p:nvPr/>
        </p:nvSpPr>
        <p:spPr>
          <a:xfrm>
            <a:off x="2253199" y="3472200"/>
            <a:ext cx="1399439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Q3</a:t>
            </a:r>
          </a:p>
        </p:txBody>
      </p:sp>
      <p:sp>
        <p:nvSpPr>
          <p:cNvPr id="24" name="Google Shape;359;p38">
            <a:extLst>
              <a:ext uri="{FF2B5EF4-FFF2-40B4-BE49-F238E27FC236}">
                <a16:creationId xmlns:a16="http://schemas.microsoft.com/office/drawing/2014/main" id="{A97FB953-750F-8265-66A8-F6C0782A8AFD}"/>
              </a:ext>
            </a:extLst>
          </p:cNvPr>
          <p:cNvSpPr txBox="1">
            <a:spLocks/>
          </p:cNvSpPr>
          <p:nvPr/>
        </p:nvSpPr>
        <p:spPr>
          <a:xfrm>
            <a:off x="3938459" y="3472200"/>
            <a:ext cx="4628842" cy="47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ja-JP" altLang="en-US" sz="1600" dirty="0"/>
              <a:t>よくコーヒーをのみますか</a:t>
            </a: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04461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3753E08F-D99F-870E-0ECE-2F6742DD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7">
            <a:extLst>
              <a:ext uri="{FF2B5EF4-FFF2-40B4-BE49-F238E27FC236}">
                <a16:creationId xmlns:a16="http://schemas.microsoft.com/office/drawing/2014/main" id="{9BA806C2-6CF3-9C01-24B2-40AB10494C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10800000">
            <a:off x="2677801" y="270878"/>
            <a:ext cx="1716695" cy="1307947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7E985B06-75E1-AC7D-3800-B3362E433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7661" y="2462705"/>
            <a:ext cx="5096826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dirty="0"/>
              <a:t>しょくどうでひるごはんたべます</a:t>
            </a:r>
            <a:br>
              <a:rPr lang="en-US" altLang="ja-JP" sz="2800" dirty="0"/>
            </a:br>
            <a:r>
              <a:rPr lang="en-US" altLang="ja-JP" sz="2800" dirty="0"/>
              <a:t>I eat lunch at cafeteria</a:t>
            </a:r>
            <a:endParaRPr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F7FF7EDD-5A22-C167-495F-88F7FABCC7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38869" y="1308420"/>
            <a:ext cx="954410" cy="9815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6</a:t>
            </a:r>
            <a:endParaRPr sz="4800" dirty="0"/>
          </a:p>
        </p:txBody>
      </p:sp>
      <p:pic>
        <p:nvPicPr>
          <p:cNvPr id="350" name="Google Shape;350;p37">
            <a:extLst>
              <a:ext uri="{FF2B5EF4-FFF2-40B4-BE49-F238E27FC236}">
                <a16:creationId xmlns:a16="http://schemas.microsoft.com/office/drawing/2014/main" id="{32A5EAFA-70F8-747A-15A1-D703CDC7CAF2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4"/>
          <a:srcRect l="23212" r="23212"/>
          <a:stretch/>
        </p:blipFill>
        <p:spPr>
          <a:xfrm>
            <a:off x="713225" y="405213"/>
            <a:ext cx="3171675" cy="4333073"/>
          </a:xfrm>
          <a:prstGeom prst="round2DiagRect">
            <a:avLst>
              <a:gd name="adj1" fmla="val 0"/>
              <a:gd name="adj2" fmla="val 50000"/>
            </a:avLst>
          </a:prstGeom>
        </p:spPr>
      </p:pic>
    </p:spTree>
    <p:extLst>
      <p:ext uri="{BB962C8B-B14F-4D97-AF65-F5344CB8AC3E}">
        <p14:creationId xmlns:p14="http://schemas.microsoft.com/office/powerpoint/2010/main" val="51246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9B541A42-E715-4064-D3E1-5B7D47AD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>
            <a:extLst>
              <a:ext uri="{FF2B5EF4-FFF2-40B4-BE49-F238E27FC236}">
                <a16:creationId xmlns:a16="http://schemas.microsoft.com/office/drawing/2014/main" id="{FF8D23A8-5751-E5E4-0020-02BE4F85BA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THIS LESSON</a:t>
            </a:r>
            <a:endParaRPr dirty="0"/>
          </a:p>
        </p:txBody>
      </p:sp>
      <p:graphicFrame>
        <p:nvGraphicFramePr>
          <p:cNvPr id="314" name="Google Shape;314;p34">
            <a:extLst>
              <a:ext uri="{FF2B5EF4-FFF2-40B4-BE49-F238E27FC236}">
                <a16:creationId xmlns:a16="http://schemas.microsoft.com/office/drawing/2014/main" id="{E9637F49-5760-8B0C-E393-4BE51B6060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640662"/>
              </p:ext>
            </p:extLst>
          </p:nvPr>
        </p:nvGraphicFramePr>
        <p:xfrm>
          <a:off x="720000" y="1423284"/>
          <a:ext cx="7704000" cy="2973787"/>
        </p:xfrm>
        <a:graphic>
          <a:graphicData uri="http://schemas.openxmlformats.org/drawingml/2006/table">
            <a:tbl>
              <a:tblPr>
                <a:noFill/>
                <a:tableStyleId>{37ECED31-040B-4B96-B264-8210C48EDFA1}</a:tableStyleId>
              </a:tblPr>
              <a:tblGrid>
                <a:gridCol w="23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55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About topic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 talk about your favorite dish and where to eat for lunch</a:t>
                      </a:r>
                      <a:endParaRPr sz="1400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2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sng" dirty="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Grammar :</a:t>
                      </a:r>
                      <a:endParaRPr sz="1400" b="1" u="sng" dirty="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+mj-lt"/>
                        <a:buAutoNum type="arabicPeriod"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likes &amp; dislikes (specific</a:t>
                      </a:r>
                      <a:r>
                        <a:rPr lang="ja-JP" alt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r>
                        <a:rPr lang="en-US" altLang="ja-JP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)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Talk about where one eats or drinks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Give opinion, thoughts or description on something</a:t>
                      </a: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69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03DACC92-FDF7-043E-695B-CE2D46584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0A9EBEDD-95BC-2FDD-10B0-CA8907C33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14767A9A-E2F3-AAD3-C2E2-D0DA4D3381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3625795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300" dirty="0"/>
              <a:t>②</a:t>
            </a:r>
            <a:r>
              <a:rPr lang="en-US" altLang="ja-JP" sz="1300" dirty="0"/>
              <a:t> Talk about likes &amp; dislike within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-US" altLang="ja-JP" sz="1300" dirty="0"/>
              <a:t>      specific category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ja-JP" sz="13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300" dirty="0"/>
              <a:t>すき </a:t>
            </a:r>
            <a:r>
              <a:rPr lang="en-US" altLang="ja-JP" sz="1300" dirty="0"/>
              <a:t>(adj) - like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300" dirty="0"/>
              <a:t>きらい </a:t>
            </a:r>
            <a:r>
              <a:rPr lang="en-US" altLang="ja-JP" sz="1300" dirty="0"/>
              <a:t>(adj) – hate/dislike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ja-JP" sz="13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altLang="ja-JP" sz="13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A146AE2C-4A00-0214-68D5-54C8383F79A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237" t="17446" r="29644" b="20623"/>
          <a:stretch/>
        </p:blipFill>
        <p:spPr>
          <a:xfrm>
            <a:off x="3698956" y="530337"/>
            <a:ext cx="5445044" cy="4613164"/>
          </a:xfrm>
        </p:spPr>
      </p:pic>
    </p:spTree>
    <p:extLst>
      <p:ext uri="{BB962C8B-B14F-4D97-AF65-F5344CB8AC3E}">
        <p14:creationId xmlns:p14="http://schemas.microsoft.com/office/powerpoint/2010/main" val="201158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C966-DF4D-42F4-AE27-27E16B16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7E6028-EAD7-8ED2-BDE2-A19EA3CC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12" t="35092" r="34783" b="12966"/>
          <a:stretch/>
        </p:blipFill>
        <p:spPr>
          <a:xfrm>
            <a:off x="321724" y="0"/>
            <a:ext cx="4438532" cy="4142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89BBD8-895F-E385-7E4C-161CA20303BA}"/>
              </a:ext>
            </a:extLst>
          </p:cNvPr>
          <p:cNvSpPr txBox="1"/>
          <p:nvPr/>
        </p:nvSpPr>
        <p:spPr>
          <a:xfrm>
            <a:off x="321724" y="4277180"/>
            <a:ext cx="4094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MarugotoStarterWordbook_EN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3BE-316D-0B93-8C69-8E0BBDDD6A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541" t="27981" r="25565" b="11111"/>
          <a:stretch>
            <a:fillRect/>
          </a:stretch>
        </p:blipFill>
        <p:spPr>
          <a:xfrm>
            <a:off x="4934812" y="0"/>
            <a:ext cx="38874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91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A5F3-E60F-6893-3D65-7E150A89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B90D2-FBCB-D475-48C0-CDB7A5A1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8" t="40375" r="50233" b="18310"/>
          <a:stretch/>
        </p:blipFill>
        <p:spPr>
          <a:xfrm>
            <a:off x="0" y="-1"/>
            <a:ext cx="4127383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69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5B2EA41-0F43-2396-A96F-719CDFD8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BD772738-B421-4A07-60AC-E888610F12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48B7AFD9-42F5-9063-4437-709AC91FB2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1196670"/>
            <a:ext cx="5502303" cy="3514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spcBef>
                <a:spcPts val="1000"/>
              </a:spcBef>
              <a:buNone/>
            </a:pPr>
            <a:r>
              <a:rPr lang="ja-JP" altLang="en-US" sz="1400" dirty="0"/>
              <a:t>② </a:t>
            </a:r>
            <a:r>
              <a:rPr lang="en-US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Talk about where one eats or drinks</a:t>
            </a:r>
          </a:p>
          <a:p>
            <a:pPr marL="152400" indent="0">
              <a:spcBef>
                <a:spcPts val="1000"/>
              </a:spcBef>
              <a:buNone/>
            </a:pPr>
            <a:endParaRPr lang="en-US" altLang="ja-JP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-US" altLang="ja-JP" sz="1400" b="1" dirty="0"/>
              <a:t>S </a:t>
            </a:r>
            <a:r>
              <a:rPr lang="ja-JP" altLang="en-US" sz="1400" b="1" dirty="0"/>
              <a:t>は</a:t>
            </a:r>
            <a:r>
              <a:rPr lang="en-US" altLang="ja-JP" sz="1400" b="1" dirty="0"/>
              <a:t> Place</a:t>
            </a:r>
            <a:r>
              <a:rPr lang="ja-JP" altLang="en-US" sz="1400" b="1" dirty="0"/>
              <a:t> で </a:t>
            </a:r>
            <a:r>
              <a:rPr lang="en-US" altLang="ja-JP" sz="1400" b="1" dirty="0"/>
              <a:t>O </a:t>
            </a:r>
            <a:r>
              <a:rPr lang="ja-JP" altLang="en-US" sz="1400" b="1" dirty="0"/>
              <a:t>を</a:t>
            </a:r>
            <a:r>
              <a:rPr lang="en-US" altLang="ja-JP" sz="1400" b="1" dirty="0"/>
              <a:t> V </a:t>
            </a:r>
            <a:r>
              <a:rPr lang="ja-JP" altLang="en-US" sz="1400" b="1" dirty="0"/>
              <a:t>ます</a:t>
            </a:r>
            <a:endParaRPr lang="en-US" altLang="ja-JP" sz="1400" b="1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D9E8B57-6CA9-08F0-F1C8-E1A8635BA86F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0644" t="17305" r="31959" b="23922"/>
          <a:stretch/>
        </p:blipFill>
        <p:spPr>
          <a:xfrm>
            <a:off x="3926047" y="530337"/>
            <a:ext cx="5217953" cy="4613163"/>
          </a:xfrm>
        </p:spPr>
      </p:pic>
    </p:spTree>
    <p:extLst>
      <p:ext uri="{BB962C8B-B14F-4D97-AF65-F5344CB8AC3E}">
        <p14:creationId xmlns:p14="http://schemas.microsoft.com/office/powerpoint/2010/main" val="419722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A5F3-E60F-6893-3D65-7E150A89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B90D2-FBCB-D475-48C0-CDB7A5A1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79" t="50000" r="45612" b="18531"/>
          <a:stretch/>
        </p:blipFill>
        <p:spPr>
          <a:xfrm>
            <a:off x="0" y="0"/>
            <a:ext cx="4194345" cy="32838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125C68-F237-9AFC-83BD-E689FAF3B1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26" t="27208" r="34957" b="42493"/>
          <a:stretch/>
        </p:blipFill>
        <p:spPr>
          <a:xfrm>
            <a:off x="4301654" y="99392"/>
            <a:ext cx="4696851" cy="256429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41BA3F-7B2F-493B-E3E4-DA5A05470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70389"/>
              </p:ext>
            </p:extLst>
          </p:nvPr>
        </p:nvGraphicFramePr>
        <p:xfrm>
          <a:off x="4301654" y="2805872"/>
          <a:ext cx="4619710" cy="2194560"/>
        </p:xfrm>
        <a:graphic>
          <a:graphicData uri="http://schemas.openxmlformats.org/drawingml/2006/table">
            <a:tbl>
              <a:tblPr firstRow="1" bandRow="1">
                <a:tableStyleId>{37ECED31-040B-4B96-B264-8210C48EDFA1}</a:tableStyleId>
              </a:tblPr>
              <a:tblGrid>
                <a:gridCol w="2309855">
                  <a:extLst>
                    <a:ext uri="{9D8B030D-6E8A-4147-A177-3AD203B41FA5}">
                      <a16:colId xmlns:a16="http://schemas.microsoft.com/office/drawing/2014/main" val="1368031376"/>
                    </a:ext>
                  </a:extLst>
                </a:gridCol>
                <a:gridCol w="2309855">
                  <a:extLst>
                    <a:ext uri="{9D8B030D-6E8A-4147-A177-3AD203B41FA5}">
                      <a16:colId xmlns:a16="http://schemas.microsoft.com/office/drawing/2014/main" val="915159278"/>
                    </a:ext>
                  </a:extLst>
                </a:gridCol>
              </a:tblGrid>
              <a:tr h="715344">
                <a:tc>
                  <a:txBody>
                    <a:bodyPr/>
                    <a:lstStyle/>
                    <a:p>
                      <a:r>
                        <a:rPr lang="ja-JP" altLang="en-US" dirty="0"/>
                        <a:t>この</a:t>
                      </a:r>
                      <a:r>
                        <a:rPr lang="en-US" altLang="ja-JP" dirty="0"/>
                        <a:t>+noun</a:t>
                      </a:r>
                    </a:p>
                    <a:p>
                      <a:r>
                        <a:rPr lang="en-US" dirty="0"/>
                        <a:t>The noun is near to speaker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これは＿＿＿です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824996"/>
                  </a:ext>
                </a:extLst>
              </a:tr>
              <a:tr h="573100">
                <a:tc>
                  <a:txBody>
                    <a:bodyPr/>
                    <a:lstStyle/>
                    <a:p>
                      <a:r>
                        <a:rPr lang="ja-JP" altLang="en-US" dirty="0"/>
                        <a:t>その</a:t>
                      </a:r>
                      <a:r>
                        <a:rPr lang="en-US" altLang="ja-JP" dirty="0"/>
                        <a:t>+noun</a:t>
                      </a:r>
                    </a:p>
                    <a:p>
                      <a:r>
                        <a:rPr lang="en-US" dirty="0"/>
                        <a:t>The noun is far from speaker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それは＿＿＿です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039125"/>
                  </a:ext>
                </a:extLst>
              </a:tr>
              <a:tr h="573100">
                <a:tc>
                  <a:txBody>
                    <a:bodyPr/>
                    <a:lstStyle/>
                    <a:p>
                      <a:r>
                        <a:rPr lang="ja-JP" altLang="en-US" dirty="0"/>
                        <a:t>あの</a:t>
                      </a:r>
                      <a:r>
                        <a:rPr lang="en-US" altLang="ja-JP" dirty="0"/>
                        <a:t>+noun</a:t>
                      </a:r>
                    </a:p>
                    <a:p>
                      <a:r>
                        <a:rPr lang="en-US" dirty="0"/>
                        <a:t>The noun is far from both speaker &amp; listener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あれは＿＿＿です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6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245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6483A-ED45-2CA2-FDEC-C14C9481D8F3}"/>
              </a:ext>
            </a:extLst>
          </p:cNvPr>
          <p:cNvSpPr txBox="1"/>
          <p:nvPr/>
        </p:nvSpPr>
        <p:spPr>
          <a:xfrm>
            <a:off x="1514724" y="421449"/>
            <a:ext cx="6563801" cy="4300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b="1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🛒 Explanation: </a:t>
            </a:r>
            <a:r>
              <a:rPr lang="ja-JP" sz="1300" b="1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～てん</a:t>
            </a:r>
            <a:r>
              <a:rPr lang="en-US" sz="1300" b="1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vs </a:t>
            </a:r>
            <a:r>
              <a:rPr lang="ja-JP" sz="1300" b="1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～や</a:t>
            </a:r>
            <a:endParaRPr lang="en-US" sz="1300" kern="100" dirty="0">
              <a:solidFill>
                <a:schemeClr val="tx1"/>
              </a:solidFill>
              <a:effectLst/>
              <a:latin typeface="Poppins" panose="00000500000000000000" pitchFamily="2" charset="0"/>
              <a:ea typeface="Yu Gothic" panose="020B0400000000000000" pitchFamily="34" charset="-128"/>
              <a:cs typeface="Poppins" panose="00000500000000000000" pitchFamily="2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In Japanese,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てん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and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both refer to shops, but they have subtle differences in usage:</a:t>
            </a: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てん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is more formal and commonly used for larger or established businesses, including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　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department stores, chain stores, and branches. For example:</a:t>
            </a: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百貨店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(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ひゃっかてん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)**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Department store</a:t>
            </a: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横浜店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(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よこはまてん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)**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Yokohama branch of a store</a:t>
            </a:r>
          </a:p>
          <a:p>
            <a:pPr marL="457200" marR="0" lvl="1" algn="just">
              <a:lnSpc>
                <a:spcPct val="115000"/>
              </a:lnSpc>
            </a:pPr>
            <a:endParaRPr lang="en-US" sz="1300" kern="100" dirty="0">
              <a:solidFill>
                <a:schemeClr val="tx1"/>
              </a:solidFill>
              <a:effectLst/>
              <a:latin typeface="Poppins" panose="00000500000000000000" pitchFamily="2" charset="0"/>
              <a:ea typeface="Yu Gothic" panose="020B0400000000000000" pitchFamily="34" charset="-128"/>
              <a:cs typeface="Poppins" panose="00000500000000000000" pitchFamily="2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is often used for smaller, independent shops or places that emphasize the character of the owner or the type of goods sold. For example:</a:t>
            </a: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魚屋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(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さかなや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)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Fish shop</a:t>
            </a:r>
          </a:p>
          <a:p>
            <a:pPr marL="742950" marR="0" lvl="1" indent="-285750" algn="just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八百屋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(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やおや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)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Greengrocer</a:t>
            </a: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ラーメン屋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(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らーめんや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)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Ramen shop</a:t>
            </a: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Essentially,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てん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is more neutral and business-like, while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has a more traditional or personal feel. Some shops use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in hiragana for stylistic reasons, like 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すき</a:t>
            </a:r>
            <a:r>
              <a:rPr lang="ja-JP" alt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 (</a:t>
            </a:r>
            <a:r>
              <a:rPr lang="ja-JP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すきや</a:t>
            </a:r>
            <a:r>
              <a:rPr lang="en-US" sz="1300" kern="100" dirty="0">
                <a:solidFill>
                  <a:schemeClr val="tx1"/>
                </a:solidFill>
                <a:effectLst/>
                <a:latin typeface="Poppins" panose="00000500000000000000" pitchFamily="2" charset="0"/>
                <a:ea typeface="Yu Gothic" panose="020B0400000000000000" pitchFamily="34" charset="-128"/>
                <a:cs typeface="Poppins" panose="00000500000000000000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1430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2F029E90-C68E-80E2-1FA0-252B359F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>
            <a:extLst>
              <a:ext uri="{FF2B5EF4-FFF2-40B4-BE49-F238E27FC236}">
                <a16:creationId xmlns:a16="http://schemas.microsoft.com/office/drawing/2014/main" id="{DBFED756-8001-EE10-3E35-0818F1190E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530337"/>
            <a:ext cx="4294800" cy="6663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GRAMMAR PART </a:t>
            </a:r>
            <a:endParaRPr sz="2400" dirty="0"/>
          </a:p>
        </p:txBody>
      </p:sp>
      <p:sp>
        <p:nvSpPr>
          <p:cNvPr id="342" name="Google Shape;342;p36">
            <a:extLst>
              <a:ext uri="{FF2B5EF4-FFF2-40B4-BE49-F238E27FC236}">
                <a16:creationId xmlns:a16="http://schemas.microsoft.com/office/drawing/2014/main" id="{AD7265AB-0638-40DE-D5C2-F6A4303E9A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" y="1041622"/>
            <a:ext cx="3776870" cy="4101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ja-JP" altLang="en-US" sz="1400" dirty="0"/>
              <a:t>③ </a:t>
            </a:r>
            <a:r>
              <a:rPr lang="en-US" altLang="ja-JP" sz="1400" dirty="0"/>
              <a:t>Give opinion, thoughts or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-US" altLang="ja-JP" sz="1400" dirty="0"/>
              <a:t>      description on something</a:t>
            </a:r>
            <a:endParaRPr lang="en-US" sz="1400" dirty="0"/>
          </a:p>
          <a:p>
            <a:pPr marL="152400" indent="0">
              <a:buNone/>
            </a:pPr>
            <a:r>
              <a:rPr lang="en-US" sz="1400" dirty="0"/>
              <a:t> 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sz="14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316E90-AB77-5013-C6D0-2EFE8184A30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9774" t="17288" r="31832" b="28073"/>
          <a:stretch/>
        </p:blipFill>
        <p:spPr>
          <a:xfrm>
            <a:off x="3673793" y="530337"/>
            <a:ext cx="5470207" cy="4391520"/>
          </a:xfrm>
        </p:spPr>
      </p:pic>
    </p:spTree>
    <p:extLst>
      <p:ext uri="{BB962C8B-B14F-4D97-AF65-F5344CB8AC3E}">
        <p14:creationId xmlns:p14="http://schemas.microsoft.com/office/powerpoint/2010/main" val="1533587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4BA3E6-885A-2B4C-5E09-64E33610A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152481"/>
              </p:ext>
            </p:extLst>
          </p:nvPr>
        </p:nvGraphicFramePr>
        <p:xfrm>
          <a:off x="1524000" y="633455"/>
          <a:ext cx="6096000" cy="3876590"/>
        </p:xfrm>
        <a:graphic>
          <a:graphicData uri="http://schemas.openxmlformats.org/drawingml/2006/table">
            <a:tbl>
              <a:tblPr firstRow="1" bandRow="1">
                <a:tableStyleId>{37ECED31-040B-4B96-B264-8210C48EDFA1}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7047646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18994861"/>
                    </a:ext>
                  </a:extLst>
                </a:gridCol>
              </a:tblGrid>
              <a:tr h="380002"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い </a:t>
                      </a:r>
                      <a:r>
                        <a:rPr lang="en-US" altLang="ja-JP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 adj</a:t>
                      </a:r>
                      <a:endParaRPr lang="en-US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/>
                        <a:t>な </a:t>
                      </a:r>
                      <a:r>
                        <a:rPr lang="en-US" altLang="ja-JP" dirty="0"/>
                        <a:t>- adj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169136"/>
                  </a:ext>
                </a:extLst>
              </a:tr>
              <a:tr h="380002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– adjective</a:t>
                      </a:r>
                    </a:p>
                    <a:p>
                      <a:endParaRPr lang="en-US" dirty="0"/>
                    </a:p>
                    <a:p>
                      <a:r>
                        <a:rPr lang="en-US" altLang="ja-JP" dirty="0"/>
                        <a:t>The bread is delicious</a:t>
                      </a:r>
                    </a:p>
                    <a:p>
                      <a:r>
                        <a:rPr lang="ja-JP" altLang="en-US" dirty="0"/>
                        <a:t>パンはおいしいです</a:t>
                      </a:r>
                      <a:endParaRPr lang="en-US" altLang="ja-JP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na</a:t>
                      </a:r>
                      <a:r>
                        <a:rPr lang="en-US" dirty="0"/>
                        <a:t> – adjective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The cake is beautiful</a:t>
                      </a:r>
                    </a:p>
                    <a:p>
                      <a:r>
                        <a:rPr lang="ja-JP" altLang="en-US" dirty="0"/>
                        <a:t>ケーキはきれいです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278989"/>
                  </a:ext>
                </a:extLst>
              </a:tr>
              <a:tr h="380002">
                <a:tc>
                  <a:txBody>
                    <a:bodyPr/>
                    <a:lstStyle/>
                    <a:p>
                      <a:r>
                        <a:rPr lang="en-US" dirty="0"/>
                        <a:t>Ends with </a:t>
                      </a:r>
                      <a:r>
                        <a:rPr lang="ja-JP" altLang="en-US" dirty="0"/>
                        <a:t>い</a:t>
                      </a:r>
                      <a:r>
                        <a:rPr lang="en-US" altLang="ja-JP" dirty="0"/>
                        <a:t> (</a:t>
                      </a:r>
                      <a:r>
                        <a:rPr lang="en-US" altLang="ja-JP" dirty="0" err="1"/>
                        <a:t>i</a:t>
                      </a:r>
                      <a:r>
                        <a:rPr lang="en-US" altLang="ja-JP" dirty="0"/>
                        <a:t>)</a:t>
                      </a:r>
                    </a:p>
                    <a:p>
                      <a:endParaRPr lang="en-US" dirty="0"/>
                    </a:p>
                    <a:p>
                      <a:r>
                        <a:rPr lang="en-US" altLang="ja-JP" dirty="0"/>
                        <a:t>I eat delicious bread</a:t>
                      </a:r>
                    </a:p>
                    <a:p>
                      <a:r>
                        <a:rPr lang="ja-JP" altLang="en-US" dirty="0"/>
                        <a:t>おいしいパンをたべます</a:t>
                      </a:r>
                      <a:endParaRPr lang="en-US" altLang="ja-JP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</a:t>
                      </a:r>
                      <a:r>
                        <a:rPr lang="ja-JP" altLang="en-US" dirty="0"/>
                        <a:t>な </a:t>
                      </a:r>
                      <a:r>
                        <a:rPr lang="en-US" altLang="ja-JP" dirty="0"/>
                        <a:t>(</a:t>
                      </a:r>
                      <a:r>
                        <a:rPr lang="en-US" altLang="ja-JP" dirty="0" err="1"/>
                        <a:t>na</a:t>
                      </a:r>
                      <a:r>
                        <a:rPr lang="en-US" altLang="ja-JP" dirty="0"/>
                        <a:t>)</a:t>
                      </a:r>
                      <a:r>
                        <a:rPr lang="ja-JP" altLang="en-US" dirty="0"/>
                        <a:t> </a:t>
                      </a:r>
                      <a:r>
                        <a:rPr lang="en-US" altLang="ja-JP" dirty="0"/>
                        <a:t>before nouns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 buy a beautiful cake</a:t>
                      </a:r>
                    </a:p>
                    <a:p>
                      <a:r>
                        <a:rPr lang="ja-JP" altLang="en-US" dirty="0"/>
                        <a:t>きれいなケーキをかいます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656785"/>
                  </a:ext>
                </a:extLst>
              </a:tr>
              <a:tr h="749593">
                <a:tc>
                  <a:txBody>
                    <a:bodyPr/>
                    <a:lstStyle/>
                    <a:p>
                      <a:r>
                        <a:rPr lang="en-US" dirty="0"/>
                        <a:t>Conjugation:</a:t>
                      </a:r>
                    </a:p>
                    <a:p>
                      <a:endParaRPr lang="en-US" dirty="0"/>
                    </a:p>
                    <a:p>
                      <a:r>
                        <a:rPr lang="ja-JP" altLang="en-US" dirty="0"/>
                        <a:t>おいしい　→　おいしい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です </a:t>
                      </a:r>
                      <a:r>
                        <a:rPr lang="en-US" altLang="ja-JP" dirty="0">
                          <a:solidFill>
                            <a:srgbClr val="FF0000"/>
                          </a:solidFill>
                        </a:rPr>
                        <a:t>+</a:t>
                      </a:r>
                    </a:p>
                    <a:p>
                      <a:r>
                        <a:rPr lang="ja-JP" altLang="en-US" dirty="0"/>
                        <a:t>おいし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い</a:t>
                      </a:r>
                      <a:r>
                        <a:rPr lang="ja-JP" altLang="en-US" dirty="0"/>
                        <a:t>　→　おいし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くないです </a:t>
                      </a:r>
                      <a:r>
                        <a:rPr lang="en-US" altLang="ja-JP" dirty="0">
                          <a:solidFill>
                            <a:srgbClr val="FF0000"/>
                          </a:solidFill>
                        </a:rPr>
                        <a:t>–</a:t>
                      </a:r>
                    </a:p>
                    <a:p>
                      <a:r>
                        <a:rPr lang="ja-JP" altLang="en-US" dirty="0">
                          <a:solidFill>
                            <a:schemeClr val="accent3">
                              <a:lumMod val="10000"/>
                            </a:schemeClr>
                          </a:solidFill>
                        </a:rPr>
                        <a:t>おいし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い　→　</a:t>
                      </a:r>
                      <a:r>
                        <a:rPr lang="ja-JP" altLang="en-US" dirty="0">
                          <a:solidFill>
                            <a:schemeClr val="accent3">
                              <a:lumMod val="10000"/>
                            </a:schemeClr>
                          </a:solidFill>
                        </a:rPr>
                        <a:t>おいし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くて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Conjugation:</a:t>
                      </a:r>
                    </a:p>
                    <a:p>
                      <a:endParaRPr lang="en-US" dirty="0"/>
                    </a:p>
                    <a:p>
                      <a:r>
                        <a:rPr lang="ja-JP" altLang="en-US" dirty="0"/>
                        <a:t>きれい　→　きれい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です </a:t>
                      </a:r>
                      <a:r>
                        <a:rPr lang="en-US" altLang="ja-JP" dirty="0">
                          <a:solidFill>
                            <a:srgbClr val="FF0000"/>
                          </a:solidFill>
                        </a:rPr>
                        <a:t>+</a:t>
                      </a:r>
                    </a:p>
                    <a:p>
                      <a:r>
                        <a:rPr lang="ja-JP" altLang="en-US" dirty="0"/>
                        <a:t>きれい　→　きれい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じゃないです </a:t>
                      </a:r>
                      <a:r>
                        <a:rPr lang="en-US" altLang="ja-JP" dirty="0">
                          <a:solidFill>
                            <a:srgbClr val="FF0000"/>
                          </a:solidFill>
                        </a:rPr>
                        <a:t>–</a:t>
                      </a:r>
                    </a:p>
                    <a:p>
                      <a:r>
                        <a:rPr lang="ja-JP" altLang="en-US" dirty="0">
                          <a:solidFill>
                            <a:schemeClr val="accent3">
                              <a:lumMod val="10000"/>
                            </a:schemeClr>
                          </a:solidFill>
                        </a:rPr>
                        <a:t>きれい　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→　</a:t>
                      </a:r>
                      <a:r>
                        <a:rPr lang="ja-JP" altLang="en-US" dirty="0">
                          <a:solidFill>
                            <a:schemeClr val="accent3">
                              <a:lumMod val="10000"/>
                            </a:schemeClr>
                          </a:solidFill>
                        </a:rPr>
                        <a:t>きれい</a:t>
                      </a:r>
                      <a:r>
                        <a:rPr lang="ja-JP" altLang="en-US" dirty="0">
                          <a:solidFill>
                            <a:srgbClr val="FF0000"/>
                          </a:solidFill>
                        </a:rPr>
                        <a:t>で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157201"/>
                  </a:ext>
                </a:extLst>
              </a:tr>
              <a:tr h="448588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Japanese adjectives: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hlinkClick r:id="rId2"/>
                        </a:rPr>
                        <a:t>https://www.busuu.com/en/japanese/adjectives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36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255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3741-1084-CDFE-6943-E69373A91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40744-A645-0FE5-7CDB-5F4951B68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32" t="37565" r="48354" b="20850"/>
          <a:stretch/>
        </p:blipFill>
        <p:spPr>
          <a:xfrm>
            <a:off x="-1" y="0"/>
            <a:ext cx="4444781" cy="5143500"/>
          </a:xfrm>
          <a:prstGeom prst="rect">
            <a:avLst/>
          </a:prstGeom>
        </p:spPr>
      </p:pic>
      <p:sp>
        <p:nvSpPr>
          <p:cNvPr id="2" name="Google Shape;342;p36">
            <a:extLst>
              <a:ext uri="{FF2B5EF4-FFF2-40B4-BE49-F238E27FC236}">
                <a16:creationId xmlns:a16="http://schemas.microsoft.com/office/drawing/2014/main" id="{CB94DB40-DA7E-3174-B386-6AD20D1E25D6}"/>
              </a:ext>
            </a:extLst>
          </p:cNvPr>
          <p:cNvSpPr txBox="1">
            <a:spLocks/>
          </p:cNvSpPr>
          <p:nvPr/>
        </p:nvSpPr>
        <p:spPr>
          <a:xfrm>
            <a:off x="4635610" y="-1"/>
            <a:ext cx="3919993" cy="4770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>
              <a:spcBef>
                <a:spcPts val="1000"/>
              </a:spcBef>
              <a:buSzPts val="1200"/>
            </a:pPr>
            <a:r>
              <a:rPr lang="ja-JP" altLang="en-US" b="1" u="sng" dirty="0"/>
              <a:t>ポスターをつくりましょう</a:t>
            </a:r>
            <a:endParaRPr lang="en-US" altLang="ja-JP" b="1" u="sng" dirty="0"/>
          </a:p>
          <a:p>
            <a:pPr marL="152400">
              <a:spcBef>
                <a:spcPts val="1000"/>
              </a:spcBef>
              <a:buSzPts val="1200"/>
            </a:pPr>
            <a:r>
              <a:rPr lang="en-US" dirty="0"/>
              <a:t>Let’s create a poster</a:t>
            </a:r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  <a:p>
            <a:pPr marL="152400">
              <a:spcBef>
                <a:spcPts val="1000"/>
              </a:spcBef>
              <a:buSzPts val="1200"/>
            </a:pPr>
            <a:r>
              <a:rPr lang="en-US" dirty="0"/>
              <a:t>Theme : </a:t>
            </a:r>
            <a:r>
              <a:rPr lang="ja-JP" altLang="en-US" dirty="0"/>
              <a:t>わたしのすきなたべもの・りょうり</a:t>
            </a: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en-US" altLang="ja-JP" dirty="0"/>
              <a:t>Instruction : Please create a poster about your favorite food/dish. Create at least 3 sentences to introduce the food/dish.         For example;</a:t>
            </a:r>
          </a:p>
          <a:p>
            <a:pPr marL="495300" indent="-342900">
              <a:spcBef>
                <a:spcPts val="1000"/>
              </a:spcBef>
              <a:buSzPts val="1200"/>
              <a:buFont typeface="+mj-lt"/>
              <a:buAutoNum type="arabicPeriod"/>
            </a:pPr>
            <a:r>
              <a:rPr lang="ja-JP" altLang="en-US" dirty="0"/>
              <a:t>わたしのすきなたべものはケーキです</a:t>
            </a:r>
            <a:endParaRPr lang="en-US" altLang="ja-JP" dirty="0"/>
          </a:p>
          <a:p>
            <a:pPr marL="495300" indent="-342900">
              <a:spcBef>
                <a:spcPts val="1000"/>
              </a:spcBef>
              <a:buSzPts val="1200"/>
              <a:buFont typeface="+mj-lt"/>
              <a:buAutoNum type="arabicPeriod"/>
            </a:pPr>
            <a:r>
              <a:rPr lang="ja-JP" altLang="en-US" dirty="0"/>
              <a:t>すきなケーキはチーズケーキです。</a:t>
            </a:r>
            <a:endParaRPr lang="en-US" altLang="ja-JP" dirty="0"/>
          </a:p>
          <a:p>
            <a:pPr marL="495300" indent="-342900">
              <a:spcBef>
                <a:spcPts val="1000"/>
              </a:spcBef>
              <a:buSzPts val="1200"/>
              <a:buFont typeface="+mj-lt"/>
              <a:buAutoNum type="arabicPeriod"/>
            </a:pPr>
            <a:r>
              <a:rPr lang="ja-JP" altLang="en-US" dirty="0"/>
              <a:t>チーズケーキはおいしいです。</a:t>
            </a:r>
            <a:endParaRPr lang="en-US" altLang="ja-JP" dirty="0"/>
          </a:p>
          <a:p>
            <a:pPr marL="152400">
              <a:spcBef>
                <a:spcPts val="1000"/>
              </a:spcBef>
              <a:buSzPts val="1200"/>
            </a:pPr>
            <a:r>
              <a:rPr lang="en-US" altLang="ja-JP" dirty="0"/>
              <a:t>Submit your poster on Spectrum in PDF format</a:t>
            </a:r>
          </a:p>
          <a:p>
            <a:pPr marL="152400">
              <a:spcBef>
                <a:spcPts val="1000"/>
              </a:spcBef>
              <a:buSzPts val="12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2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7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4" name="Google Shape;7994;p7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779</Words>
  <Application>Microsoft Office PowerPoint</Application>
  <PresentationFormat>On-screen Show (16:9)</PresentationFormat>
  <Paragraphs>110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Symbol</vt:lpstr>
      <vt:lpstr>Proxima Nova Semibold</vt:lpstr>
      <vt:lpstr>Poppins</vt:lpstr>
      <vt:lpstr>Proxima Nova</vt:lpstr>
      <vt:lpstr>Courier New</vt:lpstr>
      <vt:lpstr>Arial</vt:lpstr>
      <vt:lpstr>Nunito Light</vt:lpstr>
      <vt:lpstr>Industrial Preliminary Project by Slidesgo</vt:lpstr>
      <vt:lpstr>Slidesgo Final Pages</vt:lpstr>
      <vt:lpstr>BASIC JAPANESE LANGUAGE</vt:lpstr>
      <vt:lpstr>PREVIOUS CONTENT (WEEK 7)</vt:lpstr>
      <vt:lpstr>復習しましょう・ふくしゅうしましょう</vt:lpstr>
      <vt:lpstr>しょくどうでひるごはんたべます I eat lunch at cafeteria</vt:lpstr>
      <vt:lpstr>CONTENTS OF THIS LESSON</vt:lpstr>
      <vt:lpstr>GRAMMAR PART </vt:lpstr>
      <vt:lpstr>PowerPoint Presentation</vt:lpstr>
      <vt:lpstr>PowerPoint Presentation</vt:lpstr>
      <vt:lpstr>GRAMMAR PART </vt:lpstr>
      <vt:lpstr>PowerPoint Presentation</vt:lpstr>
      <vt:lpstr>PowerPoint Presentation</vt:lpstr>
      <vt:lpstr>GRAMMAR PART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 HANAN BINTI HAMDAN</cp:lastModifiedBy>
  <cp:revision>25</cp:revision>
  <dcterms:modified xsi:type="dcterms:W3CDTF">2026-05-18T04:04:18Z</dcterms:modified>
</cp:coreProperties>
</file>
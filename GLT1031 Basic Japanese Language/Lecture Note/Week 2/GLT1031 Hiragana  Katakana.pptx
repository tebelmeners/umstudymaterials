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</p:sldMasterIdLst>
  <p:notesMasterIdLst>
    <p:notesMasterId r:id="rId15"/>
  </p:notesMasterIdLst>
  <p:sldIdLst>
    <p:sldId id="256" r:id="rId3"/>
    <p:sldId id="300" r:id="rId4"/>
    <p:sldId id="322" r:id="rId5"/>
    <p:sldId id="314" r:id="rId6"/>
    <p:sldId id="329" r:id="rId7"/>
    <p:sldId id="321" r:id="rId8"/>
    <p:sldId id="320" r:id="rId9"/>
    <p:sldId id="313" r:id="rId10"/>
    <p:sldId id="328" r:id="rId11"/>
    <p:sldId id="318" r:id="rId12"/>
    <p:sldId id="315" r:id="rId13"/>
    <p:sldId id="299" r:id="rId14"/>
  </p:sldIdLst>
  <p:sldSz cx="9144000" cy="5143500" type="screen16x9"/>
  <p:notesSz cx="6858000" cy="9144000"/>
  <p:embeddedFontLst>
    <p:embeddedFont>
      <p:font typeface="Paytone One" panose="020B0604020202020204" charset="0"/>
      <p:regular r:id="rId16"/>
    </p:embeddedFont>
    <p:embeddedFont>
      <p:font typeface="Proxima Nova" panose="020B0604020202020204" charset="0"/>
      <p:regular r:id="rId17"/>
      <p:bold r:id="rId18"/>
      <p:italic r:id="rId19"/>
      <p:boldItalic r:id="rId20"/>
    </p:embeddedFont>
    <p:embeddedFont>
      <p:font typeface="Proxima Nova Semibold" panose="020B0604020202020204" charset="0"/>
      <p:regular r:id="rId21"/>
      <p:bold r:id="rId22"/>
      <p:boldItalic r:id="rId23"/>
    </p:embeddedFont>
    <p:embeddedFont>
      <p:font typeface="Questrial" pitchFamily="2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59D9A5-1062-47AB-AF68-04238D6C0894}">
  <a:tblStyle styleId="{F859D9A5-1062-47AB-AF68-04238D6C08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R HANAN BINTI HAMDAN" userId="611587a3-4fba-4630-aec7-8c82a5204456" providerId="ADAL" clId="{2AC34E7B-6C1E-4DA6-825C-8A4937CF5A27}"/>
    <pc:docChg chg="undo custSel addSld delSld modSld sldOrd">
      <pc:chgData name="NUR HANAN BINTI HAMDAN" userId="611587a3-4fba-4630-aec7-8c82a5204456" providerId="ADAL" clId="{2AC34E7B-6C1E-4DA6-825C-8A4937CF5A27}" dt="2026-03-15T09:36:07.376" v="1479" actId="20577"/>
      <pc:docMkLst>
        <pc:docMk/>
      </pc:docMkLst>
      <pc:sldChg chg="modSp del mod ord">
        <pc:chgData name="NUR HANAN BINTI HAMDAN" userId="611587a3-4fba-4630-aec7-8c82a5204456" providerId="ADAL" clId="{2AC34E7B-6C1E-4DA6-825C-8A4937CF5A27}" dt="2026-03-15T09:29:35.497" v="1422" actId="47"/>
        <pc:sldMkLst>
          <pc:docMk/>
          <pc:sldMk cId="2152073768" sldId="302"/>
        </pc:sldMkLst>
        <pc:spChg chg="mod">
          <ac:chgData name="NUR HANAN BINTI HAMDAN" userId="611587a3-4fba-4630-aec7-8c82a5204456" providerId="ADAL" clId="{2AC34E7B-6C1E-4DA6-825C-8A4937CF5A27}" dt="2026-03-15T09:28:54.266" v="1400" actId="20577"/>
          <ac:spMkLst>
            <pc:docMk/>
            <pc:sldMk cId="2152073768" sldId="302"/>
            <ac:spMk id="1024" creationId="{B6BF106D-4AB8-6012-19E8-0DBE481967DF}"/>
          </ac:spMkLst>
        </pc:spChg>
      </pc:sldChg>
      <pc:sldChg chg="del">
        <pc:chgData name="NUR HANAN BINTI HAMDAN" userId="611587a3-4fba-4630-aec7-8c82a5204456" providerId="ADAL" clId="{2AC34E7B-6C1E-4DA6-825C-8A4937CF5A27}" dt="2026-03-15T09:25:29.810" v="1352" actId="47"/>
        <pc:sldMkLst>
          <pc:docMk/>
          <pc:sldMk cId="2945434036" sldId="303"/>
        </pc:sldMkLst>
      </pc:sldChg>
      <pc:sldChg chg="add del">
        <pc:chgData name="NUR HANAN BINTI HAMDAN" userId="611587a3-4fba-4630-aec7-8c82a5204456" providerId="ADAL" clId="{2AC34E7B-6C1E-4DA6-825C-8A4937CF5A27}" dt="2026-03-15T09:25:00.865" v="1350" actId="47"/>
        <pc:sldMkLst>
          <pc:docMk/>
          <pc:sldMk cId="218715244" sldId="304"/>
        </pc:sldMkLst>
      </pc:sldChg>
      <pc:sldChg chg="add del">
        <pc:chgData name="NUR HANAN BINTI HAMDAN" userId="611587a3-4fba-4630-aec7-8c82a5204456" providerId="ADAL" clId="{2AC34E7B-6C1E-4DA6-825C-8A4937CF5A27}" dt="2026-03-15T09:25:11.709" v="1351" actId="47"/>
        <pc:sldMkLst>
          <pc:docMk/>
          <pc:sldMk cId="2562397336" sldId="305"/>
        </pc:sldMkLst>
      </pc:sldChg>
      <pc:sldChg chg="add del">
        <pc:chgData name="NUR HANAN BINTI HAMDAN" userId="611587a3-4fba-4630-aec7-8c82a5204456" providerId="ADAL" clId="{2AC34E7B-6C1E-4DA6-825C-8A4937CF5A27}" dt="2026-03-15T09:25:32.186" v="1353" actId="47"/>
        <pc:sldMkLst>
          <pc:docMk/>
          <pc:sldMk cId="1203974789" sldId="306"/>
        </pc:sldMkLst>
      </pc:sldChg>
      <pc:sldChg chg="del">
        <pc:chgData name="NUR HANAN BINTI HAMDAN" userId="611587a3-4fba-4630-aec7-8c82a5204456" providerId="ADAL" clId="{2AC34E7B-6C1E-4DA6-825C-8A4937CF5A27}" dt="2026-03-15T09:25:33.637" v="1354" actId="47"/>
        <pc:sldMkLst>
          <pc:docMk/>
          <pc:sldMk cId="3441798355" sldId="307"/>
        </pc:sldMkLst>
      </pc:sldChg>
      <pc:sldChg chg="addSp delSp modSp del mod">
        <pc:chgData name="NUR HANAN BINTI HAMDAN" userId="611587a3-4fba-4630-aec7-8c82a5204456" providerId="ADAL" clId="{2AC34E7B-6C1E-4DA6-825C-8A4937CF5A27}" dt="2026-03-15T09:34:58.394" v="1425" actId="47"/>
        <pc:sldMkLst>
          <pc:docMk/>
          <pc:sldMk cId="269577417" sldId="308"/>
        </pc:sldMkLst>
      </pc:sldChg>
      <pc:sldChg chg="modSp mod ord">
        <pc:chgData name="NUR HANAN BINTI HAMDAN" userId="611587a3-4fba-4630-aec7-8c82a5204456" providerId="ADAL" clId="{2AC34E7B-6C1E-4DA6-825C-8A4937CF5A27}" dt="2026-03-15T09:35:19.419" v="1437"/>
        <pc:sldMkLst>
          <pc:docMk/>
          <pc:sldMk cId="3935127476" sldId="313"/>
        </pc:sldMkLst>
      </pc:sldChg>
      <pc:sldChg chg="addSp modSp new mod ord">
        <pc:chgData name="NUR HANAN BINTI HAMDAN" userId="611587a3-4fba-4630-aec7-8c82a5204456" providerId="ADAL" clId="{2AC34E7B-6C1E-4DA6-825C-8A4937CF5A27}" dt="2026-03-15T09:35:13.045" v="1435"/>
        <pc:sldMkLst>
          <pc:docMk/>
          <pc:sldMk cId="464828297" sldId="320"/>
        </pc:sldMkLst>
      </pc:sldChg>
      <pc:sldChg chg="addSp delSp modSp add mod ord">
        <pc:chgData name="NUR HANAN BINTI HAMDAN" userId="611587a3-4fba-4630-aec7-8c82a5204456" providerId="ADAL" clId="{2AC34E7B-6C1E-4DA6-825C-8A4937CF5A27}" dt="2026-03-15T09:34:52.678" v="1424"/>
        <pc:sldMkLst>
          <pc:docMk/>
          <pc:sldMk cId="4008616228" sldId="321"/>
        </pc:sldMkLst>
      </pc:sldChg>
      <pc:sldChg chg="modSp add del mod">
        <pc:chgData name="NUR HANAN BINTI HAMDAN" userId="611587a3-4fba-4630-aec7-8c82a5204456" providerId="ADAL" clId="{2AC34E7B-6C1E-4DA6-825C-8A4937CF5A27}" dt="2026-03-15T09:34:59.072" v="1426" actId="47"/>
        <pc:sldMkLst>
          <pc:docMk/>
          <pc:sldMk cId="3306242062" sldId="324"/>
        </pc:sldMkLst>
      </pc:sldChg>
      <pc:sldChg chg="modSp add del mod">
        <pc:chgData name="NUR HANAN BINTI HAMDAN" userId="611587a3-4fba-4630-aec7-8c82a5204456" providerId="ADAL" clId="{2AC34E7B-6C1E-4DA6-825C-8A4937CF5A27}" dt="2026-03-15T09:34:59.743" v="1427" actId="47"/>
        <pc:sldMkLst>
          <pc:docMk/>
          <pc:sldMk cId="3995265616" sldId="325"/>
        </pc:sldMkLst>
      </pc:sldChg>
      <pc:sldChg chg="modSp add del mod">
        <pc:chgData name="NUR HANAN BINTI HAMDAN" userId="611587a3-4fba-4630-aec7-8c82a5204456" providerId="ADAL" clId="{2AC34E7B-6C1E-4DA6-825C-8A4937CF5A27}" dt="2026-03-15T09:35:00.410" v="1428" actId="47"/>
        <pc:sldMkLst>
          <pc:docMk/>
          <pc:sldMk cId="1790228226" sldId="326"/>
        </pc:sldMkLst>
      </pc:sldChg>
      <pc:sldChg chg="modSp add del mod">
        <pc:chgData name="NUR HANAN BINTI HAMDAN" userId="611587a3-4fba-4630-aec7-8c82a5204456" providerId="ADAL" clId="{2AC34E7B-6C1E-4DA6-825C-8A4937CF5A27}" dt="2026-03-15T09:35:01.175" v="1429" actId="47"/>
        <pc:sldMkLst>
          <pc:docMk/>
          <pc:sldMk cId="409856225" sldId="327"/>
        </pc:sldMkLst>
      </pc:sldChg>
      <pc:sldChg chg="modSp add mod ord">
        <pc:chgData name="NUR HANAN BINTI HAMDAN" userId="611587a3-4fba-4630-aec7-8c82a5204456" providerId="ADAL" clId="{2AC34E7B-6C1E-4DA6-825C-8A4937CF5A27}" dt="2026-03-15T09:36:07.376" v="1479" actId="20577"/>
        <pc:sldMkLst>
          <pc:docMk/>
          <pc:sldMk cId="1694619383" sldId="328"/>
        </pc:sldMkLst>
        <pc:spChg chg="mod">
          <ac:chgData name="NUR HANAN BINTI HAMDAN" userId="611587a3-4fba-4630-aec7-8c82a5204456" providerId="ADAL" clId="{2AC34E7B-6C1E-4DA6-825C-8A4937CF5A27}" dt="2026-03-15T09:36:07.376" v="1479" actId="20577"/>
          <ac:spMkLst>
            <pc:docMk/>
            <pc:sldMk cId="1694619383" sldId="328"/>
            <ac:spMk id="1024" creationId="{B8B9D390-E046-5C0C-3923-FBFD8DC0293B}"/>
          </ac:spMkLst>
        </pc:spChg>
      </pc:sldChg>
      <pc:sldChg chg="modSp add mod ord">
        <pc:chgData name="NUR HANAN BINTI HAMDAN" userId="611587a3-4fba-4630-aec7-8c82a5204456" providerId="ADAL" clId="{2AC34E7B-6C1E-4DA6-825C-8A4937CF5A27}" dt="2026-03-15T09:35:55.783" v="1459"/>
        <pc:sldMkLst>
          <pc:docMk/>
          <pc:sldMk cId="1090142083" sldId="329"/>
        </pc:sldMkLst>
        <pc:spChg chg="mod">
          <ac:chgData name="NUR HANAN BINTI HAMDAN" userId="611587a3-4fba-4630-aec7-8c82a5204456" providerId="ADAL" clId="{2AC34E7B-6C1E-4DA6-825C-8A4937CF5A27}" dt="2026-03-15T09:35:45.782" v="1455" actId="20577"/>
          <ac:spMkLst>
            <pc:docMk/>
            <pc:sldMk cId="1090142083" sldId="329"/>
            <ac:spMk id="1024" creationId="{DCBC1834-D325-D3FA-60FA-516572BB83D2}"/>
          </ac:spMkLst>
        </pc:spChg>
      </pc:sldChg>
      <pc:sldMasterChg chg="delSldLayout">
        <pc:chgData name="NUR HANAN BINTI HAMDAN" userId="611587a3-4fba-4630-aec7-8c82a5204456" providerId="ADAL" clId="{2AC34E7B-6C1E-4DA6-825C-8A4937CF5A27}" dt="2026-03-15T09:35:01.175" v="1429" actId="47"/>
        <pc:sldMasterMkLst>
          <pc:docMk/>
          <pc:sldMasterMk cId="0" sldId="2147483677"/>
        </pc:sldMasterMkLst>
        <pc:sldLayoutChg chg="del">
          <pc:chgData name="NUR HANAN BINTI HAMDAN" userId="611587a3-4fba-4630-aec7-8c82a5204456" providerId="ADAL" clId="{2AC34E7B-6C1E-4DA6-825C-8A4937CF5A27}" dt="2026-03-15T09:35:01.175" v="1429" actId="47"/>
          <pc:sldLayoutMkLst>
            <pc:docMk/>
            <pc:sldMasterMk cId="0" sldId="2147483677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>
          <a:extLst>
            <a:ext uri="{FF2B5EF4-FFF2-40B4-BE49-F238E27FC236}">
              <a16:creationId xmlns:a16="http://schemas.microsoft.com/office/drawing/2014/main" id="{01CEE530-C5F0-E61E-21B6-B9DFFED51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b8ad8aa3d3_0_166:notes">
            <a:extLst>
              <a:ext uri="{FF2B5EF4-FFF2-40B4-BE49-F238E27FC236}">
                <a16:creationId xmlns:a16="http://schemas.microsoft.com/office/drawing/2014/main" id="{323FD1F5-2079-F5F5-7AF9-B5AA3913FF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b8ad8aa3d3_0_166:notes">
            <a:extLst>
              <a:ext uri="{FF2B5EF4-FFF2-40B4-BE49-F238E27FC236}">
                <a16:creationId xmlns:a16="http://schemas.microsoft.com/office/drawing/2014/main" id="{C47FD34F-63F4-246A-1B7F-51BB906031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0556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>
          <a:extLst>
            <a:ext uri="{FF2B5EF4-FFF2-40B4-BE49-F238E27FC236}">
              <a16:creationId xmlns:a16="http://schemas.microsoft.com/office/drawing/2014/main" id="{40CF3EAB-937E-0CD4-FFC0-9713FD9ED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b8ad8aa3d3_0_23:notes">
            <a:extLst>
              <a:ext uri="{FF2B5EF4-FFF2-40B4-BE49-F238E27FC236}">
                <a16:creationId xmlns:a16="http://schemas.microsoft.com/office/drawing/2014/main" id="{4B4A1E20-24C6-9BCF-48E7-47C0E077D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b8ad8aa3d3_0_23:notes">
            <a:extLst>
              <a:ext uri="{FF2B5EF4-FFF2-40B4-BE49-F238E27FC236}">
                <a16:creationId xmlns:a16="http://schemas.microsoft.com/office/drawing/2014/main" id="{11666E2C-D590-B84C-C266-490AD39796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6341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>
          <a:extLst>
            <a:ext uri="{FF2B5EF4-FFF2-40B4-BE49-F238E27FC236}">
              <a16:creationId xmlns:a16="http://schemas.microsoft.com/office/drawing/2014/main" id="{9D27F69D-570C-4736-BF1F-4300E040F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b8ad8aa3d3_0_23:notes">
            <a:extLst>
              <a:ext uri="{FF2B5EF4-FFF2-40B4-BE49-F238E27FC236}">
                <a16:creationId xmlns:a16="http://schemas.microsoft.com/office/drawing/2014/main" id="{4DD4F96D-8F49-E89D-F683-95A3DB812E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b8ad8aa3d3_0_23:notes">
            <a:extLst>
              <a:ext uri="{FF2B5EF4-FFF2-40B4-BE49-F238E27FC236}">
                <a16:creationId xmlns:a16="http://schemas.microsoft.com/office/drawing/2014/main" id="{53862F69-96CE-D610-44F3-E1C32F9EBB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7698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>
          <a:extLst>
            <a:ext uri="{FF2B5EF4-FFF2-40B4-BE49-F238E27FC236}">
              <a16:creationId xmlns:a16="http://schemas.microsoft.com/office/drawing/2014/main" id="{D6BD96A4-0350-9BA6-5318-B6A6F0ECC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b8ad8aa3d3_0_166:notes">
            <a:extLst>
              <a:ext uri="{FF2B5EF4-FFF2-40B4-BE49-F238E27FC236}">
                <a16:creationId xmlns:a16="http://schemas.microsoft.com/office/drawing/2014/main" id="{B31D089B-E7CB-8B29-5647-FDBB9CF683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b8ad8aa3d3_0_166:notes">
            <a:extLst>
              <a:ext uri="{FF2B5EF4-FFF2-40B4-BE49-F238E27FC236}">
                <a16:creationId xmlns:a16="http://schemas.microsoft.com/office/drawing/2014/main" id="{3C36F36F-2C41-75A8-E9D9-370C6A3610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8756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>
          <a:extLst>
            <a:ext uri="{FF2B5EF4-FFF2-40B4-BE49-F238E27FC236}">
              <a16:creationId xmlns:a16="http://schemas.microsoft.com/office/drawing/2014/main" id="{381D49B3-943B-DDCC-2EA9-24534DEA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b8ad8aa3d3_0_23:notes">
            <a:extLst>
              <a:ext uri="{FF2B5EF4-FFF2-40B4-BE49-F238E27FC236}">
                <a16:creationId xmlns:a16="http://schemas.microsoft.com/office/drawing/2014/main" id="{0D913253-F574-541C-D0F7-777D375D0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b8ad8aa3d3_0_23:notes">
            <a:extLst>
              <a:ext uri="{FF2B5EF4-FFF2-40B4-BE49-F238E27FC236}">
                <a16:creationId xmlns:a16="http://schemas.microsoft.com/office/drawing/2014/main" id="{212690D2-864E-189C-FF39-AEED1C069B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2101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>
          <a:extLst>
            <a:ext uri="{FF2B5EF4-FFF2-40B4-BE49-F238E27FC236}">
              <a16:creationId xmlns:a16="http://schemas.microsoft.com/office/drawing/2014/main" id="{22DD13C8-E67F-B2DD-C226-3DC9A75A4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b8ad8aa3d3_0_23:notes">
            <a:extLst>
              <a:ext uri="{FF2B5EF4-FFF2-40B4-BE49-F238E27FC236}">
                <a16:creationId xmlns:a16="http://schemas.microsoft.com/office/drawing/2014/main" id="{09452851-DAFF-4ECF-D163-F5270044D7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b8ad8aa3d3_0_23:notes">
            <a:extLst>
              <a:ext uri="{FF2B5EF4-FFF2-40B4-BE49-F238E27FC236}">
                <a16:creationId xmlns:a16="http://schemas.microsoft.com/office/drawing/2014/main" id="{D322F5D2-E375-FD6E-F6E1-605395A4CB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2057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8ECF79F0-0BC0-08A8-BAEA-BFE26C89B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b8ad8aa3d3_0_44:notes">
            <a:extLst>
              <a:ext uri="{FF2B5EF4-FFF2-40B4-BE49-F238E27FC236}">
                <a16:creationId xmlns:a16="http://schemas.microsoft.com/office/drawing/2014/main" id="{D961E845-1588-758A-272C-042CCFA47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b8ad8aa3d3_0_44:notes">
            <a:extLst>
              <a:ext uri="{FF2B5EF4-FFF2-40B4-BE49-F238E27FC236}">
                <a16:creationId xmlns:a16="http://schemas.microsoft.com/office/drawing/2014/main" id="{4F827D46-D219-3B31-B711-527CDD7A7B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1547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8" name="Google Shape;9038;gb8f064b1ff_1_15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9" name="Google Shape;9039;gb8f064b1ff_1_15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1900" y="1386639"/>
            <a:ext cx="61962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1900" y="3294939"/>
            <a:ext cx="6196200" cy="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3165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2" name="Google Shape;12;p2"/>
          <p:cNvGrpSpPr/>
          <p:nvPr/>
        </p:nvGrpSpPr>
        <p:grpSpPr>
          <a:xfrm>
            <a:off x="6725761" y="1349068"/>
            <a:ext cx="1173854" cy="2461458"/>
            <a:chOff x="6725761" y="1349068"/>
            <a:chExt cx="1173854" cy="2461458"/>
          </a:xfrm>
        </p:grpSpPr>
        <p:grpSp>
          <p:nvGrpSpPr>
            <p:cNvPr id="13" name="Google Shape;13;p2"/>
            <p:cNvGrpSpPr/>
            <p:nvPr/>
          </p:nvGrpSpPr>
          <p:grpSpPr>
            <a:xfrm rot="-5400000">
              <a:off x="6747803" y="1327027"/>
              <a:ext cx="1129770" cy="1173854"/>
              <a:chOff x="11" y="583339"/>
              <a:chExt cx="1129770" cy="1173854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9686" y="583339"/>
                <a:ext cx="51388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604" h="1649" extrusionOk="0">
                    <a:moveTo>
                      <a:pt x="802" y="0"/>
                    </a:moveTo>
                    <a:cubicBezTo>
                      <a:pt x="364" y="15"/>
                      <a:pt x="1" y="378"/>
                      <a:pt x="16" y="832"/>
                    </a:cubicBezTo>
                    <a:cubicBezTo>
                      <a:pt x="1" y="1270"/>
                      <a:pt x="364" y="1633"/>
                      <a:pt x="802" y="1648"/>
                    </a:cubicBezTo>
                    <a:cubicBezTo>
                      <a:pt x="1256" y="1633"/>
                      <a:pt x="1604" y="1270"/>
                      <a:pt x="1589" y="832"/>
                    </a:cubicBezTo>
                    <a:cubicBezTo>
                      <a:pt x="1604" y="378"/>
                      <a:pt x="1256" y="15"/>
                      <a:pt x="8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77103" y="584524"/>
                <a:ext cx="50908" cy="50555"/>
              </a:xfrm>
              <a:custGeom>
                <a:avLst/>
                <a:gdLst/>
                <a:ahLst/>
                <a:cxnLst/>
                <a:rect l="l" t="t" r="r" b="b"/>
                <a:pathLst>
                  <a:path w="1589" h="1578" extrusionOk="0">
                    <a:moveTo>
                      <a:pt x="795" y="1"/>
                    </a:moveTo>
                    <a:cubicBezTo>
                      <a:pt x="398" y="1"/>
                      <a:pt x="1" y="265"/>
                      <a:pt x="1" y="795"/>
                    </a:cubicBezTo>
                    <a:cubicBezTo>
                      <a:pt x="1" y="1316"/>
                      <a:pt x="398" y="1577"/>
                      <a:pt x="795" y="1577"/>
                    </a:cubicBezTo>
                    <a:cubicBezTo>
                      <a:pt x="1192" y="1577"/>
                      <a:pt x="1589" y="1316"/>
                      <a:pt x="1589" y="795"/>
                    </a:cubicBezTo>
                    <a:cubicBezTo>
                      <a:pt x="1589" y="265"/>
                      <a:pt x="1192" y="1"/>
                      <a:pt x="7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543559" y="583435"/>
                <a:ext cx="52349" cy="52734"/>
              </a:xfrm>
              <a:custGeom>
                <a:avLst/>
                <a:gdLst/>
                <a:ahLst/>
                <a:cxnLst/>
                <a:rect l="l" t="t" r="r" b="b"/>
                <a:pathLst>
                  <a:path w="1634" h="1646" extrusionOk="0">
                    <a:moveTo>
                      <a:pt x="817" y="1"/>
                    </a:moveTo>
                    <a:cubicBezTo>
                      <a:pt x="409" y="1"/>
                      <a:pt x="1" y="277"/>
                      <a:pt x="31" y="829"/>
                    </a:cubicBezTo>
                    <a:cubicBezTo>
                      <a:pt x="1" y="1267"/>
                      <a:pt x="364" y="1645"/>
                      <a:pt x="817" y="1645"/>
                    </a:cubicBezTo>
                    <a:cubicBezTo>
                      <a:pt x="1271" y="1645"/>
                      <a:pt x="1619" y="1267"/>
                      <a:pt x="1604" y="829"/>
                    </a:cubicBezTo>
                    <a:cubicBezTo>
                      <a:pt x="1634" y="277"/>
                      <a:pt x="1226" y="1"/>
                      <a:pt x="8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810752" y="583435"/>
                <a:ext cx="52093" cy="52734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1646" extrusionOk="0">
                    <a:moveTo>
                      <a:pt x="815" y="1"/>
                    </a:moveTo>
                    <a:cubicBezTo>
                      <a:pt x="408" y="1"/>
                      <a:pt x="0" y="277"/>
                      <a:pt x="23" y="829"/>
                    </a:cubicBezTo>
                    <a:cubicBezTo>
                      <a:pt x="8" y="1267"/>
                      <a:pt x="371" y="1645"/>
                      <a:pt x="809" y="1645"/>
                    </a:cubicBezTo>
                    <a:cubicBezTo>
                      <a:pt x="1263" y="1645"/>
                      <a:pt x="1626" y="1267"/>
                      <a:pt x="1596" y="829"/>
                    </a:cubicBezTo>
                    <a:cubicBezTo>
                      <a:pt x="1626" y="277"/>
                      <a:pt x="1221" y="1"/>
                      <a:pt x="8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078874" y="584524"/>
                <a:ext cx="50427" cy="50555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1578" extrusionOk="0">
                    <a:moveTo>
                      <a:pt x="787" y="1"/>
                    </a:moveTo>
                    <a:cubicBezTo>
                      <a:pt x="394" y="1"/>
                      <a:pt x="1" y="265"/>
                      <a:pt x="1" y="795"/>
                    </a:cubicBezTo>
                    <a:cubicBezTo>
                      <a:pt x="1" y="1316"/>
                      <a:pt x="394" y="1577"/>
                      <a:pt x="787" y="1577"/>
                    </a:cubicBezTo>
                    <a:cubicBezTo>
                      <a:pt x="1180" y="1577"/>
                      <a:pt x="1574" y="1316"/>
                      <a:pt x="1574" y="795"/>
                    </a:cubicBezTo>
                    <a:cubicBezTo>
                      <a:pt x="1574" y="265"/>
                      <a:pt x="1180" y="1"/>
                      <a:pt x="7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933" y="863347"/>
                <a:ext cx="59141" cy="5331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664" extrusionOk="0">
                    <a:moveTo>
                      <a:pt x="1044" y="0"/>
                    </a:moveTo>
                    <a:cubicBezTo>
                      <a:pt x="1" y="61"/>
                      <a:pt x="1" y="1603"/>
                      <a:pt x="1044" y="1663"/>
                    </a:cubicBezTo>
                    <a:cubicBezTo>
                      <a:pt x="1483" y="1648"/>
                      <a:pt x="1846" y="1270"/>
                      <a:pt x="1831" y="832"/>
                    </a:cubicBezTo>
                    <a:cubicBezTo>
                      <a:pt x="1846" y="393"/>
                      <a:pt x="1498" y="15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68870" y="863827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0"/>
                    </a:moveTo>
                    <a:cubicBezTo>
                      <a:pt x="364" y="0"/>
                      <a:pt x="1" y="817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2" y="1574"/>
                      <a:pt x="1816" y="1279"/>
                      <a:pt x="1846" y="817"/>
                    </a:cubicBezTo>
                    <a:cubicBezTo>
                      <a:pt x="1846" y="378"/>
                      <a:pt x="1498" y="0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36287" y="863827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17"/>
                      <a:pt x="470" y="1331"/>
                    </a:cubicBezTo>
                    <a:cubicBezTo>
                      <a:pt x="632" y="1499"/>
                      <a:pt x="836" y="1574"/>
                      <a:pt x="1035" y="1574"/>
                    </a:cubicBezTo>
                    <a:cubicBezTo>
                      <a:pt x="1430" y="1574"/>
                      <a:pt x="1811" y="1279"/>
                      <a:pt x="1831" y="817"/>
                    </a:cubicBezTo>
                    <a:cubicBezTo>
                      <a:pt x="1846" y="378"/>
                      <a:pt x="1483" y="0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03383" y="863827"/>
                <a:ext cx="5898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1" h="1575" extrusionOk="0">
                    <a:moveTo>
                      <a:pt x="1021" y="0"/>
                    </a:moveTo>
                    <a:cubicBezTo>
                      <a:pt x="352" y="0"/>
                      <a:pt x="0" y="821"/>
                      <a:pt x="480" y="1331"/>
                    </a:cubicBezTo>
                    <a:cubicBezTo>
                      <a:pt x="637" y="1499"/>
                      <a:pt x="837" y="1574"/>
                      <a:pt x="1035" y="1574"/>
                    </a:cubicBezTo>
                    <a:cubicBezTo>
                      <a:pt x="1425" y="1574"/>
                      <a:pt x="1805" y="1279"/>
                      <a:pt x="1826" y="817"/>
                    </a:cubicBezTo>
                    <a:cubicBezTo>
                      <a:pt x="1841" y="378"/>
                      <a:pt x="1493" y="0"/>
                      <a:pt x="1039" y="0"/>
                    </a:cubicBezTo>
                    <a:cubicBezTo>
                      <a:pt x="1033" y="0"/>
                      <a:pt x="1027" y="0"/>
                      <a:pt x="10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070160" y="863827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0"/>
                    </a:moveTo>
                    <a:cubicBezTo>
                      <a:pt x="364" y="0"/>
                      <a:pt x="1" y="817"/>
                      <a:pt x="485" y="1331"/>
                    </a:cubicBezTo>
                    <a:cubicBezTo>
                      <a:pt x="647" y="1499"/>
                      <a:pt x="851" y="1574"/>
                      <a:pt x="1050" y="1574"/>
                    </a:cubicBezTo>
                    <a:cubicBezTo>
                      <a:pt x="1445" y="1574"/>
                      <a:pt x="1825" y="1279"/>
                      <a:pt x="1846" y="817"/>
                    </a:cubicBezTo>
                    <a:cubicBezTo>
                      <a:pt x="1861" y="378"/>
                      <a:pt x="1498" y="0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1" y="1143835"/>
                <a:ext cx="61063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49" extrusionOk="0">
                    <a:moveTo>
                      <a:pt x="1104" y="0"/>
                    </a:moveTo>
                    <a:cubicBezTo>
                      <a:pt x="0" y="0"/>
                      <a:pt x="0" y="1649"/>
                      <a:pt x="1104" y="1649"/>
                    </a:cubicBezTo>
                    <a:cubicBezTo>
                      <a:pt x="1558" y="1634"/>
                      <a:pt x="1906" y="1271"/>
                      <a:pt x="1891" y="832"/>
                    </a:cubicBezTo>
                    <a:cubicBezTo>
                      <a:pt x="1906" y="378"/>
                      <a:pt x="1558" y="16"/>
                      <a:pt x="11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68870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0"/>
                    </a:moveTo>
                    <a:cubicBezTo>
                      <a:pt x="364" y="0"/>
                      <a:pt x="1" y="832"/>
                      <a:pt x="485" y="1331"/>
                    </a:cubicBezTo>
                    <a:cubicBezTo>
                      <a:pt x="648" y="1499"/>
                      <a:pt x="852" y="1575"/>
                      <a:pt x="1053" y="1575"/>
                    </a:cubicBezTo>
                    <a:cubicBezTo>
                      <a:pt x="1447" y="1575"/>
                      <a:pt x="1826" y="1283"/>
                      <a:pt x="1846" y="832"/>
                    </a:cubicBezTo>
                    <a:cubicBezTo>
                      <a:pt x="1846" y="378"/>
                      <a:pt x="1498" y="16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536287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32"/>
                      <a:pt x="470" y="1331"/>
                    </a:cubicBezTo>
                    <a:cubicBezTo>
                      <a:pt x="633" y="1499"/>
                      <a:pt x="837" y="1575"/>
                      <a:pt x="1038" y="1575"/>
                    </a:cubicBezTo>
                    <a:cubicBezTo>
                      <a:pt x="1432" y="1575"/>
                      <a:pt x="1811" y="1283"/>
                      <a:pt x="1831" y="832"/>
                    </a:cubicBezTo>
                    <a:cubicBezTo>
                      <a:pt x="1846" y="378"/>
                      <a:pt x="1483" y="16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03223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32"/>
                      <a:pt x="485" y="1331"/>
                    </a:cubicBezTo>
                    <a:cubicBezTo>
                      <a:pt x="643" y="1499"/>
                      <a:pt x="844" y="1575"/>
                      <a:pt x="1042" y="1575"/>
                    </a:cubicBezTo>
                    <a:cubicBezTo>
                      <a:pt x="1432" y="1575"/>
                      <a:pt x="1810" y="1283"/>
                      <a:pt x="1831" y="832"/>
                    </a:cubicBezTo>
                    <a:cubicBezTo>
                      <a:pt x="1846" y="378"/>
                      <a:pt x="1498" y="16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070160" y="1143835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0"/>
                    </a:moveTo>
                    <a:cubicBezTo>
                      <a:pt x="364" y="0"/>
                      <a:pt x="1" y="832"/>
                      <a:pt x="485" y="1331"/>
                    </a:cubicBezTo>
                    <a:cubicBezTo>
                      <a:pt x="648" y="1499"/>
                      <a:pt x="852" y="1575"/>
                      <a:pt x="1053" y="1575"/>
                    </a:cubicBezTo>
                    <a:cubicBezTo>
                      <a:pt x="1447" y="1575"/>
                      <a:pt x="1825" y="1283"/>
                      <a:pt x="1846" y="832"/>
                    </a:cubicBezTo>
                    <a:cubicBezTo>
                      <a:pt x="1861" y="378"/>
                      <a:pt x="1498" y="16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933" y="1424323"/>
                <a:ext cx="59141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649" extrusionOk="0">
                    <a:moveTo>
                      <a:pt x="1044" y="1"/>
                    </a:moveTo>
                    <a:cubicBezTo>
                      <a:pt x="1" y="46"/>
                      <a:pt x="1" y="1588"/>
                      <a:pt x="1044" y="1649"/>
                    </a:cubicBezTo>
                    <a:cubicBezTo>
                      <a:pt x="1498" y="1634"/>
                      <a:pt x="1846" y="1271"/>
                      <a:pt x="1831" y="817"/>
                    </a:cubicBezTo>
                    <a:cubicBezTo>
                      <a:pt x="1846" y="379"/>
                      <a:pt x="1498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268870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1"/>
                    </a:moveTo>
                    <a:cubicBezTo>
                      <a:pt x="364" y="1"/>
                      <a:pt x="1" y="832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2" y="1574"/>
                      <a:pt x="1816" y="1279"/>
                      <a:pt x="1846" y="817"/>
                    </a:cubicBezTo>
                    <a:cubicBezTo>
                      <a:pt x="1846" y="379"/>
                      <a:pt x="1498" y="1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36287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1"/>
                    </a:moveTo>
                    <a:cubicBezTo>
                      <a:pt x="349" y="1"/>
                      <a:pt x="1" y="832"/>
                      <a:pt x="470" y="1331"/>
                    </a:cubicBezTo>
                    <a:cubicBezTo>
                      <a:pt x="632" y="1499"/>
                      <a:pt x="836" y="1574"/>
                      <a:pt x="1035" y="1574"/>
                    </a:cubicBezTo>
                    <a:cubicBezTo>
                      <a:pt x="1430" y="1574"/>
                      <a:pt x="1811" y="1279"/>
                      <a:pt x="1831" y="817"/>
                    </a:cubicBezTo>
                    <a:cubicBezTo>
                      <a:pt x="1846" y="379"/>
                      <a:pt x="1483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803223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1"/>
                    </a:moveTo>
                    <a:cubicBezTo>
                      <a:pt x="364" y="1"/>
                      <a:pt x="1" y="817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0" y="1574"/>
                      <a:pt x="1810" y="1279"/>
                      <a:pt x="1831" y="817"/>
                    </a:cubicBezTo>
                    <a:cubicBezTo>
                      <a:pt x="1846" y="379"/>
                      <a:pt x="1498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070160" y="1424323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1"/>
                    </a:moveTo>
                    <a:cubicBezTo>
                      <a:pt x="364" y="1"/>
                      <a:pt x="1" y="832"/>
                      <a:pt x="485" y="1331"/>
                    </a:cubicBezTo>
                    <a:cubicBezTo>
                      <a:pt x="647" y="1499"/>
                      <a:pt x="851" y="1574"/>
                      <a:pt x="1050" y="1574"/>
                    </a:cubicBezTo>
                    <a:cubicBezTo>
                      <a:pt x="1445" y="1574"/>
                      <a:pt x="1825" y="1279"/>
                      <a:pt x="1846" y="817"/>
                    </a:cubicBezTo>
                    <a:cubicBezTo>
                      <a:pt x="1861" y="379"/>
                      <a:pt x="1498" y="1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1" y="1704331"/>
                <a:ext cx="61063" cy="52862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50" extrusionOk="0">
                    <a:moveTo>
                      <a:pt x="1104" y="1"/>
                    </a:moveTo>
                    <a:cubicBezTo>
                      <a:pt x="0" y="1"/>
                      <a:pt x="0" y="1649"/>
                      <a:pt x="1104" y="1649"/>
                    </a:cubicBezTo>
                    <a:cubicBezTo>
                      <a:pt x="1558" y="1649"/>
                      <a:pt x="1906" y="1271"/>
                      <a:pt x="1891" y="833"/>
                    </a:cubicBezTo>
                    <a:cubicBezTo>
                      <a:pt x="1906" y="379"/>
                      <a:pt x="1558" y="16"/>
                      <a:pt x="11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68870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59" y="1"/>
                    </a:moveTo>
                    <a:cubicBezTo>
                      <a:pt x="364" y="1"/>
                      <a:pt x="1" y="833"/>
                      <a:pt x="485" y="1332"/>
                    </a:cubicBezTo>
                    <a:cubicBezTo>
                      <a:pt x="650" y="1507"/>
                      <a:pt x="857" y="1585"/>
                      <a:pt x="1059" y="1585"/>
                    </a:cubicBezTo>
                    <a:cubicBezTo>
                      <a:pt x="1451" y="1585"/>
                      <a:pt x="1826" y="1291"/>
                      <a:pt x="1846" y="833"/>
                    </a:cubicBezTo>
                    <a:cubicBezTo>
                      <a:pt x="1846" y="379"/>
                      <a:pt x="1498" y="16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536287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44" y="1"/>
                    </a:moveTo>
                    <a:cubicBezTo>
                      <a:pt x="349" y="1"/>
                      <a:pt x="1" y="833"/>
                      <a:pt x="470" y="1332"/>
                    </a:cubicBezTo>
                    <a:cubicBezTo>
                      <a:pt x="635" y="1507"/>
                      <a:pt x="842" y="1585"/>
                      <a:pt x="1044" y="1585"/>
                    </a:cubicBezTo>
                    <a:cubicBezTo>
                      <a:pt x="1436" y="1585"/>
                      <a:pt x="1811" y="1291"/>
                      <a:pt x="1831" y="833"/>
                    </a:cubicBezTo>
                    <a:cubicBezTo>
                      <a:pt x="1846" y="379"/>
                      <a:pt x="1483" y="16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803223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44" y="1"/>
                    </a:moveTo>
                    <a:cubicBezTo>
                      <a:pt x="349" y="1"/>
                      <a:pt x="1" y="833"/>
                      <a:pt x="485" y="1332"/>
                    </a:cubicBezTo>
                    <a:cubicBezTo>
                      <a:pt x="644" y="1507"/>
                      <a:pt x="848" y="1585"/>
                      <a:pt x="1048" y="1585"/>
                    </a:cubicBezTo>
                    <a:cubicBezTo>
                      <a:pt x="1436" y="1585"/>
                      <a:pt x="1811" y="1291"/>
                      <a:pt x="1831" y="833"/>
                    </a:cubicBezTo>
                    <a:cubicBezTo>
                      <a:pt x="1846" y="379"/>
                      <a:pt x="1498" y="16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070160" y="1704331"/>
                <a:ext cx="59622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86" extrusionOk="0">
                    <a:moveTo>
                      <a:pt x="1059" y="1"/>
                    </a:moveTo>
                    <a:cubicBezTo>
                      <a:pt x="364" y="1"/>
                      <a:pt x="1" y="833"/>
                      <a:pt x="485" y="1332"/>
                    </a:cubicBezTo>
                    <a:cubicBezTo>
                      <a:pt x="650" y="1507"/>
                      <a:pt x="857" y="1585"/>
                      <a:pt x="1059" y="1585"/>
                    </a:cubicBezTo>
                    <a:cubicBezTo>
                      <a:pt x="1451" y="1585"/>
                      <a:pt x="1826" y="1291"/>
                      <a:pt x="1846" y="833"/>
                    </a:cubicBezTo>
                    <a:cubicBezTo>
                      <a:pt x="1861" y="379"/>
                      <a:pt x="1498" y="16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 rot="-5400000">
              <a:off x="6747803" y="2658714"/>
              <a:ext cx="1129770" cy="1173854"/>
              <a:chOff x="11" y="583339"/>
              <a:chExt cx="1129770" cy="1173854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9686" y="583339"/>
                <a:ext cx="51388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604" h="1649" extrusionOk="0">
                    <a:moveTo>
                      <a:pt x="802" y="0"/>
                    </a:moveTo>
                    <a:cubicBezTo>
                      <a:pt x="364" y="15"/>
                      <a:pt x="1" y="378"/>
                      <a:pt x="16" y="832"/>
                    </a:cubicBezTo>
                    <a:cubicBezTo>
                      <a:pt x="1" y="1270"/>
                      <a:pt x="364" y="1633"/>
                      <a:pt x="802" y="1648"/>
                    </a:cubicBezTo>
                    <a:cubicBezTo>
                      <a:pt x="1256" y="1633"/>
                      <a:pt x="1604" y="1270"/>
                      <a:pt x="1589" y="832"/>
                    </a:cubicBezTo>
                    <a:cubicBezTo>
                      <a:pt x="1604" y="378"/>
                      <a:pt x="1256" y="15"/>
                      <a:pt x="8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77103" y="584524"/>
                <a:ext cx="50908" cy="50555"/>
              </a:xfrm>
              <a:custGeom>
                <a:avLst/>
                <a:gdLst/>
                <a:ahLst/>
                <a:cxnLst/>
                <a:rect l="l" t="t" r="r" b="b"/>
                <a:pathLst>
                  <a:path w="1589" h="1578" extrusionOk="0">
                    <a:moveTo>
                      <a:pt x="795" y="1"/>
                    </a:moveTo>
                    <a:cubicBezTo>
                      <a:pt x="398" y="1"/>
                      <a:pt x="1" y="265"/>
                      <a:pt x="1" y="795"/>
                    </a:cubicBezTo>
                    <a:cubicBezTo>
                      <a:pt x="1" y="1316"/>
                      <a:pt x="398" y="1577"/>
                      <a:pt x="795" y="1577"/>
                    </a:cubicBezTo>
                    <a:cubicBezTo>
                      <a:pt x="1192" y="1577"/>
                      <a:pt x="1589" y="1316"/>
                      <a:pt x="1589" y="795"/>
                    </a:cubicBezTo>
                    <a:cubicBezTo>
                      <a:pt x="1589" y="265"/>
                      <a:pt x="1192" y="1"/>
                      <a:pt x="7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543559" y="583435"/>
                <a:ext cx="52349" cy="52734"/>
              </a:xfrm>
              <a:custGeom>
                <a:avLst/>
                <a:gdLst/>
                <a:ahLst/>
                <a:cxnLst/>
                <a:rect l="l" t="t" r="r" b="b"/>
                <a:pathLst>
                  <a:path w="1634" h="1646" extrusionOk="0">
                    <a:moveTo>
                      <a:pt x="817" y="1"/>
                    </a:moveTo>
                    <a:cubicBezTo>
                      <a:pt x="409" y="1"/>
                      <a:pt x="1" y="277"/>
                      <a:pt x="31" y="829"/>
                    </a:cubicBezTo>
                    <a:cubicBezTo>
                      <a:pt x="1" y="1267"/>
                      <a:pt x="364" y="1645"/>
                      <a:pt x="817" y="1645"/>
                    </a:cubicBezTo>
                    <a:cubicBezTo>
                      <a:pt x="1271" y="1645"/>
                      <a:pt x="1619" y="1267"/>
                      <a:pt x="1604" y="829"/>
                    </a:cubicBezTo>
                    <a:cubicBezTo>
                      <a:pt x="1634" y="277"/>
                      <a:pt x="1226" y="1"/>
                      <a:pt x="8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810752" y="583435"/>
                <a:ext cx="52093" cy="52734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1646" extrusionOk="0">
                    <a:moveTo>
                      <a:pt x="815" y="1"/>
                    </a:moveTo>
                    <a:cubicBezTo>
                      <a:pt x="408" y="1"/>
                      <a:pt x="0" y="277"/>
                      <a:pt x="23" y="829"/>
                    </a:cubicBezTo>
                    <a:cubicBezTo>
                      <a:pt x="8" y="1267"/>
                      <a:pt x="371" y="1645"/>
                      <a:pt x="809" y="1645"/>
                    </a:cubicBezTo>
                    <a:cubicBezTo>
                      <a:pt x="1263" y="1645"/>
                      <a:pt x="1626" y="1267"/>
                      <a:pt x="1596" y="829"/>
                    </a:cubicBezTo>
                    <a:cubicBezTo>
                      <a:pt x="1626" y="277"/>
                      <a:pt x="1221" y="1"/>
                      <a:pt x="8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078874" y="584524"/>
                <a:ext cx="50427" cy="50555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1578" extrusionOk="0">
                    <a:moveTo>
                      <a:pt x="787" y="1"/>
                    </a:moveTo>
                    <a:cubicBezTo>
                      <a:pt x="394" y="1"/>
                      <a:pt x="1" y="265"/>
                      <a:pt x="1" y="795"/>
                    </a:cubicBezTo>
                    <a:cubicBezTo>
                      <a:pt x="1" y="1316"/>
                      <a:pt x="394" y="1577"/>
                      <a:pt x="787" y="1577"/>
                    </a:cubicBezTo>
                    <a:cubicBezTo>
                      <a:pt x="1180" y="1577"/>
                      <a:pt x="1574" y="1316"/>
                      <a:pt x="1574" y="795"/>
                    </a:cubicBezTo>
                    <a:cubicBezTo>
                      <a:pt x="1574" y="265"/>
                      <a:pt x="1180" y="1"/>
                      <a:pt x="7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933" y="863347"/>
                <a:ext cx="59141" cy="5331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664" extrusionOk="0">
                    <a:moveTo>
                      <a:pt x="1044" y="0"/>
                    </a:moveTo>
                    <a:cubicBezTo>
                      <a:pt x="1" y="61"/>
                      <a:pt x="1" y="1603"/>
                      <a:pt x="1044" y="1663"/>
                    </a:cubicBezTo>
                    <a:cubicBezTo>
                      <a:pt x="1483" y="1648"/>
                      <a:pt x="1846" y="1270"/>
                      <a:pt x="1831" y="832"/>
                    </a:cubicBezTo>
                    <a:cubicBezTo>
                      <a:pt x="1846" y="393"/>
                      <a:pt x="1498" y="15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268870" y="863827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0"/>
                    </a:moveTo>
                    <a:cubicBezTo>
                      <a:pt x="364" y="0"/>
                      <a:pt x="1" y="817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2" y="1574"/>
                      <a:pt x="1816" y="1279"/>
                      <a:pt x="1846" y="817"/>
                    </a:cubicBezTo>
                    <a:cubicBezTo>
                      <a:pt x="1846" y="378"/>
                      <a:pt x="1498" y="0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536287" y="863827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17"/>
                      <a:pt x="470" y="1331"/>
                    </a:cubicBezTo>
                    <a:cubicBezTo>
                      <a:pt x="632" y="1499"/>
                      <a:pt x="836" y="1574"/>
                      <a:pt x="1035" y="1574"/>
                    </a:cubicBezTo>
                    <a:cubicBezTo>
                      <a:pt x="1430" y="1574"/>
                      <a:pt x="1811" y="1279"/>
                      <a:pt x="1831" y="817"/>
                    </a:cubicBezTo>
                    <a:cubicBezTo>
                      <a:pt x="1846" y="378"/>
                      <a:pt x="1483" y="0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03383" y="863827"/>
                <a:ext cx="5898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1" h="1575" extrusionOk="0">
                    <a:moveTo>
                      <a:pt x="1021" y="0"/>
                    </a:moveTo>
                    <a:cubicBezTo>
                      <a:pt x="352" y="0"/>
                      <a:pt x="0" y="821"/>
                      <a:pt x="480" y="1331"/>
                    </a:cubicBezTo>
                    <a:cubicBezTo>
                      <a:pt x="637" y="1499"/>
                      <a:pt x="837" y="1574"/>
                      <a:pt x="1035" y="1574"/>
                    </a:cubicBezTo>
                    <a:cubicBezTo>
                      <a:pt x="1425" y="1574"/>
                      <a:pt x="1805" y="1279"/>
                      <a:pt x="1826" y="817"/>
                    </a:cubicBezTo>
                    <a:cubicBezTo>
                      <a:pt x="1841" y="378"/>
                      <a:pt x="1493" y="0"/>
                      <a:pt x="1039" y="0"/>
                    </a:cubicBezTo>
                    <a:cubicBezTo>
                      <a:pt x="1033" y="0"/>
                      <a:pt x="1027" y="0"/>
                      <a:pt x="10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070160" y="863827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0"/>
                    </a:moveTo>
                    <a:cubicBezTo>
                      <a:pt x="364" y="0"/>
                      <a:pt x="1" y="817"/>
                      <a:pt x="485" y="1331"/>
                    </a:cubicBezTo>
                    <a:cubicBezTo>
                      <a:pt x="647" y="1499"/>
                      <a:pt x="851" y="1574"/>
                      <a:pt x="1050" y="1574"/>
                    </a:cubicBezTo>
                    <a:cubicBezTo>
                      <a:pt x="1445" y="1574"/>
                      <a:pt x="1825" y="1279"/>
                      <a:pt x="1846" y="817"/>
                    </a:cubicBezTo>
                    <a:cubicBezTo>
                      <a:pt x="1861" y="378"/>
                      <a:pt x="1498" y="0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1" y="1143835"/>
                <a:ext cx="61063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49" extrusionOk="0">
                    <a:moveTo>
                      <a:pt x="1104" y="0"/>
                    </a:moveTo>
                    <a:cubicBezTo>
                      <a:pt x="0" y="0"/>
                      <a:pt x="0" y="1649"/>
                      <a:pt x="1104" y="1649"/>
                    </a:cubicBezTo>
                    <a:cubicBezTo>
                      <a:pt x="1558" y="1634"/>
                      <a:pt x="1906" y="1271"/>
                      <a:pt x="1891" y="832"/>
                    </a:cubicBezTo>
                    <a:cubicBezTo>
                      <a:pt x="1906" y="378"/>
                      <a:pt x="1558" y="16"/>
                      <a:pt x="11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268870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0"/>
                    </a:moveTo>
                    <a:cubicBezTo>
                      <a:pt x="364" y="0"/>
                      <a:pt x="1" y="832"/>
                      <a:pt x="485" y="1331"/>
                    </a:cubicBezTo>
                    <a:cubicBezTo>
                      <a:pt x="648" y="1499"/>
                      <a:pt x="852" y="1575"/>
                      <a:pt x="1053" y="1575"/>
                    </a:cubicBezTo>
                    <a:cubicBezTo>
                      <a:pt x="1447" y="1575"/>
                      <a:pt x="1826" y="1283"/>
                      <a:pt x="1846" y="832"/>
                    </a:cubicBezTo>
                    <a:cubicBezTo>
                      <a:pt x="1846" y="378"/>
                      <a:pt x="1498" y="16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536287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32"/>
                      <a:pt x="470" y="1331"/>
                    </a:cubicBezTo>
                    <a:cubicBezTo>
                      <a:pt x="633" y="1499"/>
                      <a:pt x="837" y="1575"/>
                      <a:pt x="1038" y="1575"/>
                    </a:cubicBezTo>
                    <a:cubicBezTo>
                      <a:pt x="1432" y="1575"/>
                      <a:pt x="1811" y="1283"/>
                      <a:pt x="1831" y="832"/>
                    </a:cubicBezTo>
                    <a:cubicBezTo>
                      <a:pt x="1846" y="378"/>
                      <a:pt x="1483" y="16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803223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32"/>
                      <a:pt x="485" y="1331"/>
                    </a:cubicBezTo>
                    <a:cubicBezTo>
                      <a:pt x="643" y="1499"/>
                      <a:pt x="844" y="1575"/>
                      <a:pt x="1042" y="1575"/>
                    </a:cubicBezTo>
                    <a:cubicBezTo>
                      <a:pt x="1432" y="1575"/>
                      <a:pt x="1810" y="1283"/>
                      <a:pt x="1831" y="832"/>
                    </a:cubicBezTo>
                    <a:cubicBezTo>
                      <a:pt x="1846" y="378"/>
                      <a:pt x="1498" y="16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070160" y="1143835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0"/>
                    </a:moveTo>
                    <a:cubicBezTo>
                      <a:pt x="364" y="0"/>
                      <a:pt x="1" y="832"/>
                      <a:pt x="485" y="1331"/>
                    </a:cubicBezTo>
                    <a:cubicBezTo>
                      <a:pt x="648" y="1499"/>
                      <a:pt x="852" y="1575"/>
                      <a:pt x="1053" y="1575"/>
                    </a:cubicBezTo>
                    <a:cubicBezTo>
                      <a:pt x="1447" y="1575"/>
                      <a:pt x="1825" y="1283"/>
                      <a:pt x="1846" y="832"/>
                    </a:cubicBezTo>
                    <a:cubicBezTo>
                      <a:pt x="1861" y="378"/>
                      <a:pt x="1498" y="16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933" y="1424323"/>
                <a:ext cx="59141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649" extrusionOk="0">
                    <a:moveTo>
                      <a:pt x="1044" y="1"/>
                    </a:moveTo>
                    <a:cubicBezTo>
                      <a:pt x="1" y="46"/>
                      <a:pt x="1" y="1588"/>
                      <a:pt x="1044" y="1649"/>
                    </a:cubicBezTo>
                    <a:cubicBezTo>
                      <a:pt x="1498" y="1634"/>
                      <a:pt x="1846" y="1271"/>
                      <a:pt x="1831" y="817"/>
                    </a:cubicBezTo>
                    <a:cubicBezTo>
                      <a:pt x="1846" y="379"/>
                      <a:pt x="1498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268870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1"/>
                    </a:moveTo>
                    <a:cubicBezTo>
                      <a:pt x="364" y="1"/>
                      <a:pt x="1" y="832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2" y="1574"/>
                      <a:pt x="1816" y="1279"/>
                      <a:pt x="1846" y="817"/>
                    </a:cubicBezTo>
                    <a:cubicBezTo>
                      <a:pt x="1846" y="379"/>
                      <a:pt x="1498" y="1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536287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1"/>
                    </a:moveTo>
                    <a:cubicBezTo>
                      <a:pt x="349" y="1"/>
                      <a:pt x="1" y="832"/>
                      <a:pt x="470" y="1331"/>
                    </a:cubicBezTo>
                    <a:cubicBezTo>
                      <a:pt x="632" y="1499"/>
                      <a:pt x="836" y="1574"/>
                      <a:pt x="1035" y="1574"/>
                    </a:cubicBezTo>
                    <a:cubicBezTo>
                      <a:pt x="1430" y="1574"/>
                      <a:pt x="1811" y="1279"/>
                      <a:pt x="1831" y="817"/>
                    </a:cubicBezTo>
                    <a:cubicBezTo>
                      <a:pt x="1846" y="379"/>
                      <a:pt x="1483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803223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1"/>
                    </a:moveTo>
                    <a:cubicBezTo>
                      <a:pt x="364" y="1"/>
                      <a:pt x="1" y="817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0" y="1574"/>
                      <a:pt x="1810" y="1279"/>
                      <a:pt x="1831" y="817"/>
                    </a:cubicBezTo>
                    <a:cubicBezTo>
                      <a:pt x="1846" y="379"/>
                      <a:pt x="1498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070160" y="1424323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1"/>
                    </a:moveTo>
                    <a:cubicBezTo>
                      <a:pt x="364" y="1"/>
                      <a:pt x="1" y="832"/>
                      <a:pt x="485" y="1331"/>
                    </a:cubicBezTo>
                    <a:cubicBezTo>
                      <a:pt x="647" y="1499"/>
                      <a:pt x="851" y="1574"/>
                      <a:pt x="1050" y="1574"/>
                    </a:cubicBezTo>
                    <a:cubicBezTo>
                      <a:pt x="1445" y="1574"/>
                      <a:pt x="1825" y="1279"/>
                      <a:pt x="1846" y="817"/>
                    </a:cubicBezTo>
                    <a:cubicBezTo>
                      <a:pt x="1861" y="379"/>
                      <a:pt x="1498" y="1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1" y="1704331"/>
                <a:ext cx="61063" cy="52862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50" extrusionOk="0">
                    <a:moveTo>
                      <a:pt x="1104" y="1"/>
                    </a:moveTo>
                    <a:cubicBezTo>
                      <a:pt x="0" y="1"/>
                      <a:pt x="0" y="1649"/>
                      <a:pt x="1104" y="1649"/>
                    </a:cubicBezTo>
                    <a:cubicBezTo>
                      <a:pt x="1558" y="1649"/>
                      <a:pt x="1906" y="1271"/>
                      <a:pt x="1891" y="833"/>
                    </a:cubicBezTo>
                    <a:cubicBezTo>
                      <a:pt x="1906" y="379"/>
                      <a:pt x="1558" y="16"/>
                      <a:pt x="11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268870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59" y="1"/>
                    </a:moveTo>
                    <a:cubicBezTo>
                      <a:pt x="364" y="1"/>
                      <a:pt x="1" y="833"/>
                      <a:pt x="485" y="1332"/>
                    </a:cubicBezTo>
                    <a:cubicBezTo>
                      <a:pt x="650" y="1507"/>
                      <a:pt x="857" y="1585"/>
                      <a:pt x="1059" y="1585"/>
                    </a:cubicBezTo>
                    <a:cubicBezTo>
                      <a:pt x="1451" y="1585"/>
                      <a:pt x="1826" y="1291"/>
                      <a:pt x="1846" y="833"/>
                    </a:cubicBezTo>
                    <a:cubicBezTo>
                      <a:pt x="1846" y="379"/>
                      <a:pt x="1498" y="16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536287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44" y="1"/>
                    </a:moveTo>
                    <a:cubicBezTo>
                      <a:pt x="349" y="1"/>
                      <a:pt x="1" y="833"/>
                      <a:pt x="470" y="1332"/>
                    </a:cubicBezTo>
                    <a:cubicBezTo>
                      <a:pt x="635" y="1507"/>
                      <a:pt x="842" y="1585"/>
                      <a:pt x="1044" y="1585"/>
                    </a:cubicBezTo>
                    <a:cubicBezTo>
                      <a:pt x="1436" y="1585"/>
                      <a:pt x="1811" y="1291"/>
                      <a:pt x="1831" y="833"/>
                    </a:cubicBezTo>
                    <a:cubicBezTo>
                      <a:pt x="1846" y="379"/>
                      <a:pt x="1483" y="16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803223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44" y="1"/>
                    </a:moveTo>
                    <a:cubicBezTo>
                      <a:pt x="349" y="1"/>
                      <a:pt x="1" y="833"/>
                      <a:pt x="485" y="1332"/>
                    </a:cubicBezTo>
                    <a:cubicBezTo>
                      <a:pt x="644" y="1507"/>
                      <a:pt x="848" y="1585"/>
                      <a:pt x="1048" y="1585"/>
                    </a:cubicBezTo>
                    <a:cubicBezTo>
                      <a:pt x="1436" y="1585"/>
                      <a:pt x="1811" y="1291"/>
                      <a:pt x="1831" y="833"/>
                    </a:cubicBezTo>
                    <a:cubicBezTo>
                      <a:pt x="1846" y="379"/>
                      <a:pt x="1498" y="16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070160" y="1704331"/>
                <a:ext cx="59622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86" extrusionOk="0">
                    <a:moveTo>
                      <a:pt x="1059" y="1"/>
                    </a:moveTo>
                    <a:cubicBezTo>
                      <a:pt x="364" y="1"/>
                      <a:pt x="1" y="833"/>
                      <a:pt x="485" y="1332"/>
                    </a:cubicBezTo>
                    <a:cubicBezTo>
                      <a:pt x="650" y="1507"/>
                      <a:pt x="857" y="1585"/>
                      <a:pt x="1059" y="1585"/>
                    </a:cubicBezTo>
                    <a:cubicBezTo>
                      <a:pt x="1451" y="1585"/>
                      <a:pt x="1826" y="1291"/>
                      <a:pt x="1846" y="833"/>
                    </a:cubicBezTo>
                    <a:cubicBezTo>
                      <a:pt x="1861" y="379"/>
                      <a:pt x="1498" y="16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0" y="8075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98" name="Google Shape;98;p4"/>
          <p:cNvGrpSpPr/>
          <p:nvPr/>
        </p:nvGrpSpPr>
        <p:grpSpPr>
          <a:xfrm rot="-5400000">
            <a:off x="7669066" y="296839"/>
            <a:ext cx="1129770" cy="1173854"/>
            <a:chOff x="11" y="583339"/>
            <a:chExt cx="1129770" cy="1173854"/>
          </a:xfrm>
        </p:grpSpPr>
        <p:sp>
          <p:nvSpPr>
            <p:cNvPr id="99" name="Google Shape;99;p4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24" name="Google Shape;12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"/>
          <p:cNvSpPr txBox="1">
            <a:spLocks noGrp="1"/>
          </p:cNvSpPr>
          <p:nvPr>
            <p:ph type="body" idx="1"/>
          </p:nvPr>
        </p:nvSpPr>
        <p:spPr>
          <a:xfrm>
            <a:off x="720000" y="1144413"/>
            <a:ext cx="7704000" cy="3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300"/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717150" y="935100"/>
            <a:ext cx="7709700" cy="327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90" name="Google Shape;190;p7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191" name="Google Shape;191;p7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16" name="Google Shape;216;p7"/>
          <p:cNvSpPr txBox="1">
            <a:spLocks noGrp="1"/>
          </p:cNvSpPr>
          <p:nvPr>
            <p:ph type="title"/>
          </p:nvPr>
        </p:nvSpPr>
        <p:spPr>
          <a:xfrm>
            <a:off x="1602450" y="1456075"/>
            <a:ext cx="5939100" cy="5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subTitle" idx="1"/>
          </p:nvPr>
        </p:nvSpPr>
        <p:spPr>
          <a:xfrm>
            <a:off x="1602450" y="1999350"/>
            <a:ext cx="5939100" cy="17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8" name="Google Shape;588;p20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589" name="Google Shape;589;p20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</p:grpSp>
      <p:sp>
        <p:nvSpPr>
          <p:cNvPr id="614" name="Google Shape;614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3"/>
          <p:cNvSpPr txBox="1">
            <a:spLocks noGrp="1"/>
          </p:cNvSpPr>
          <p:nvPr>
            <p:ph type="title"/>
          </p:nvPr>
        </p:nvSpPr>
        <p:spPr>
          <a:xfrm>
            <a:off x="2391900" y="3044542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74" name="Google Shape;674;p23"/>
          <p:cNvSpPr txBox="1">
            <a:spLocks noGrp="1"/>
          </p:cNvSpPr>
          <p:nvPr>
            <p:ph type="subTitle" idx="1"/>
          </p:nvPr>
        </p:nvSpPr>
        <p:spPr>
          <a:xfrm>
            <a:off x="1996200" y="1567050"/>
            <a:ext cx="5151600" cy="147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3"/>
          <p:cNvSpPr/>
          <p:nvPr/>
        </p:nvSpPr>
        <p:spPr>
          <a:xfrm>
            <a:off x="13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76" name="Google Shape;676;p23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677" name="Google Shape;677;p23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78" name="Google Shape;678;p23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79" name="Google Shape;679;p23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80" name="Google Shape;680;p23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81" name="Google Shape;681;p23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82" name="Google Shape;682;p23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83" name="Google Shape;683;p23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84" name="Google Shape;684;p23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85" name="Google Shape;685;p23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86" name="Google Shape;686;p23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87" name="Google Shape;687;p23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88" name="Google Shape;688;p23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89" name="Google Shape;689;p23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90" name="Google Shape;690;p23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91" name="Google Shape;691;p23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92" name="Google Shape;692;p23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93" name="Google Shape;693;p23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94" name="Google Shape;694;p23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95" name="Google Shape;695;p23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96" name="Google Shape;696;p23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97" name="Google Shape;697;p23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98" name="Google Shape;698;p23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699" name="Google Shape;699;p23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700" name="Google Shape;700;p23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701" name="Google Shape;701;p23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"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29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923" name="Google Shape;923;p29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24" name="Google Shape;924;p29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25" name="Google Shape;925;p29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26" name="Google Shape;926;p29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27" name="Google Shape;927;p29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28" name="Google Shape;928;p29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29" name="Google Shape;929;p29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30" name="Google Shape;930;p29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31" name="Google Shape;931;p29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32" name="Google Shape;932;p29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33" name="Google Shape;933;p29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34" name="Google Shape;934;p29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35" name="Google Shape;935;p29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36" name="Google Shape;936;p29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37" name="Google Shape;937;p29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38" name="Google Shape;938;p29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39" name="Google Shape;939;p29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40" name="Google Shape;940;p29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41" name="Google Shape;941;p29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42" name="Google Shape;942;p29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43" name="Google Shape;943;p29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44" name="Google Shape;944;p29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45" name="Google Shape;945;p29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46" name="Google Shape;946;p29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47" name="Google Shape;947;p29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948" name="Google Shape;948;p29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949" name="Google Shape;949;p29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50" name="Google Shape;950;p29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51" name="Google Shape;951;p29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52" name="Google Shape;952;p29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53" name="Google Shape;953;p29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54" name="Google Shape;954;p29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55" name="Google Shape;955;p29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56" name="Google Shape;956;p29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57" name="Google Shape;957;p29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58" name="Google Shape;958;p29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59" name="Google Shape;959;p29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60" name="Google Shape;960;p29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61" name="Google Shape;961;p29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62" name="Google Shape;962;p29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63" name="Google Shape;963;p29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64" name="Google Shape;964;p29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65" name="Google Shape;965;p29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66" name="Google Shape;966;p29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67" name="Google Shape;967;p29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68" name="Google Shape;968;p29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69" name="Google Shape;969;p29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70" name="Google Shape;970;p29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71" name="Google Shape;971;p29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72" name="Google Shape;972;p29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973" name="Google Shape;973;p29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0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Questrial"/>
              <a:buChar char="●"/>
              <a:defRPr sz="180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○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■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●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○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■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●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○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Questrial"/>
              <a:buChar char="■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8" r:id="rId4"/>
    <p:sldLayoutId id="2147483666" r:id="rId5"/>
    <p:sldLayoutId id="2147483669" r:id="rId6"/>
    <p:sldLayoutId id="2147483674" r:id="rId7"/>
    <p:sldLayoutId id="214748367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3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976" name="Google Shape;976;p3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wall.net/resource/10025597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1.marugotoweb.jp/en/hiragana.ph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wall.net/resource/10060098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1.marugotoweb.jp/en/katakana.ph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fugu.com/japanese/hiragana-mnemonics-chart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tofugu.com/japanese/katakana-chart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32"/>
          <p:cNvSpPr txBox="1">
            <a:spLocks noGrp="1"/>
          </p:cNvSpPr>
          <p:nvPr>
            <p:ph type="ctrTitle"/>
          </p:nvPr>
        </p:nvSpPr>
        <p:spPr>
          <a:xfrm>
            <a:off x="711900" y="1386639"/>
            <a:ext cx="61962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Hiragana &amp;</a:t>
            </a:r>
            <a:br>
              <a:rPr lang="en-US" dirty="0"/>
            </a:br>
            <a:r>
              <a:rPr lang="en-US" dirty="0"/>
              <a:t>Katakana</a:t>
            </a:r>
            <a:endParaRPr dirty="0"/>
          </a:p>
        </p:txBody>
      </p:sp>
      <p:sp>
        <p:nvSpPr>
          <p:cNvPr id="983" name="Google Shape;983;p32"/>
          <p:cNvSpPr txBox="1">
            <a:spLocks noGrp="1"/>
          </p:cNvSpPr>
          <p:nvPr>
            <p:ph type="subTitle" idx="1"/>
          </p:nvPr>
        </p:nvSpPr>
        <p:spPr>
          <a:xfrm>
            <a:off x="711900" y="3294939"/>
            <a:ext cx="6196200" cy="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Japanese Writing System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7">
          <a:extLst>
            <a:ext uri="{FF2B5EF4-FFF2-40B4-BE49-F238E27FC236}">
              <a16:creationId xmlns:a16="http://schemas.microsoft.com/office/drawing/2014/main" id="{5297A30F-436F-4AB4-CF7B-5ABB63A9D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3">
            <a:extLst>
              <a:ext uri="{FF2B5EF4-FFF2-40B4-BE49-F238E27FC236}">
                <a16:creationId xmlns:a16="http://schemas.microsoft.com/office/drawing/2014/main" id="{16AC36A1-417F-2F67-A6BD-1EDA5622F5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Hiragana Chart</a:t>
            </a:r>
            <a:endParaRPr dirty="0"/>
          </a:p>
        </p:txBody>
      </p:sp>
      <p:pic>
        <p:nvPicPr>
          <p:cNvPr id="4" name="Picture 2" descr="Japanese hiragana chart">
            <a:extLst>
              <a:ext uri="{FF2B5EF4-FFF2-40B4-BE49-F238E27FC236}">
                <a16:creationId xmlns:a16="http://schemas.microsoft.com/office/drawing/2014/main" id="{77831522-E9F7-221E-6B71-E6A62F96B5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3"/>
          <a:stretch/>
        </p:blipFill>
        <p:spPr bwMode="auto">
          <a:xfrm>
            <a:off x="290222" y="572700"/>
            <a:ext cx="8563556" cy="4489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270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57352-443E-014B-D444-B526993BF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5C7494-7297-D07F-75C3-3AF082CB1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853" y="0"/>
            <a:ext cx="665629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24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>
          <a:extLst>
            <a:ext uri="{FF2B5EF4-FFF2-40B4-BE49-F238E27FC236}">
              <a16:creationId xmlns:a16="http://schemas.microsoft.com/office/drawing/2014/main" id="{E5F96F83-C2AF-F260-FF80-B1354911B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36">
            <a:extLst>
              <a:ext uri="{FF2B5EF4-FFF2-40B4-BE49-F238E27FC236}">
                <a16:creationId xmlns:a16="http://schemas.microsoft.com/office/drawing/2014/main" id="{1D981B4F-61BF-408D-69E7-ADF99A3BB2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2450" y="1456075"/>
            <a:ext cx="5939100" cy="5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play a game</a:t>
            </a:r>
            <a:endParaRPr dirty="0"/>
          </a:p>
        </p:txBody>
      </p:sp>
      <p:sp>
        <p:nvSpPr>
          <p:cNvPr id="1025" name="Google Shape;1025;p36">
            <a:extLst>
              <a:ext uri="{FF2B5EF4-FFF2-40B4-BE49-F238E27FC236}">
                <a16:creationId xmlns:a16="http://schemas.microsoft.com/office/drawing/2014/main" id="{CBFAE32D-D425-E77D-7153-EE5D17A1C72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02450" y="1999350"/>
            <a:ext cx="5939100" cy="17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Hiragana Match Up Game : </a:t>
            </a:r>
            <a:r>
              <a:rPr lang="en-US" dirty="0">
                <a:hlinkClick r:id="rId3"/>
              </a:rPr>
              <a:t>https://wordwall.net/resource/100255976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727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>
          <a:extLst>
            <a:ext uri="{FF2B5EF4-FFF2-40B4-BE49-F238E27FC236}">
              <a16:creationId xmlns:a16="http://schemas.microsoft.com/office/drawing/2014/main" id="{9FCEE653-237D-465D-61E8-C8C7F10A5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36">
            <a:extLst>
              <a:ext uri="{FF2B5EF4-FFF2-40B4-BE49-F238E27FC236}">
                <a16:creationId xmlns:a16="http://schemas.microsoft.com/office/drawing/2014/main" id="{DCBC1834-D325-D3FA-60FA-516572BB83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2450" y="1456075"/>
            <a:ext cx="5939100" cy="5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to write it?</a:t>
            </a:r>
            <a:endParaRPr dirty="0"/>
          </a:p>
        </p:txBody>
      </p:sp>
      <p:sp>
        <p:nvSpPr>
          <p:cNvPr id="1025" name="Google Shape;1025;p36">
            <a:extLst>
              <a:ext uri="{FF2B5EF4-FFF2-40B4-BE49-F238E27FC236}">
                <a16:creationId xmlns:a16="http://schemas.microsoft.com/office/drawing/2014/main" id="{5AAFB1A0-E194-A8F0-0C2F-F8298DC6B65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02450" y="1999350"/>
            <a:ext cx="5939100" cy="17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 err="1"/>
              <a:t>Marugoto</a:t>
            </a:r>
            <a:r>
              <a:rPr lang="en-US" dirty="0"/>
              <a:t> E-learning page : </a:t>
            </a:r>
            <a:r>
              <a:rPr lang="en-US" dirty="0">
                <a:hlinkClick r:id="rId3"/>
              </a:rPr>
              <a:t>https://a1.marugotoweb.jp/en/hiragana.php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142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7">
          <a:extLst>
            <a:ext uri="{FF2B5EF4-FFF2-40B4-BE49-F238E27FC236}">
              <a16:creationId xmlns:a16="http://schemas.microsoft.com/office/drawing/2014/main" id="{6CF37773-E122-21B7-9C24-87572042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3">
            <a:extLst>
              <a:ext uri="{FF2B5EF4-FFF2-40B4-BE49-F238E27FC236}">
                <a16:creationId xmlns:a16="http://schemas.microsoft.com/office/drawing/2014/main" id="{DAD4A049-41A7-EBD1-1D60-8E4FD7DE66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Katakana Chart</a:t>
            </a:r>
            <a:endParaRPr dirty="0"/>
          </a:p>
        </p:txBody>
      </p:sp>
      <p:pic>
        <p:nvPicPr>
          <p:cNvPr id="2" name="Picture 2" descr="katakana chart">
            <a:extLst>
              <a:ext uri="{FF2B5EF4-FFF2-40B4-BE49-F238E27FC236}">
                <a16:creationId xmlns:a16="http://schemas.microsoft.com/office/drawing/2014/main" id="{472406DD-9A92-C2FB-38CA-186DFC6F6F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60"/>
          <a:stretch/>
        </p:blipFill>
        <p:spPr bwMode="auto">
          <a:xfrm>
            <a:off x="270447" y="572700"/>
            <a:ext cx="8603105" cy="4493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616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4F2C6D-121D-C6B4-D713-B340D49AA8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43853" y="0"/>
            <a:ext cx="6656294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28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>
          <a:extLst>
            <a:ext uri="{FF2B5EF4-FFF2-40B4-BE49-F238E27FC236}">
              <a16:creationId xmlns:a16="http://schemas.microsoft.com/office/drawing/2014/main" id="{B102B3A2-5D20-D250-D920-C69FEE7B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36">
            <a:extLst>
              <a:ext uri="{FF2B5EF4-FFF2-40B4-BE49-F238E27FC236}">
                <a16:creationId xmlns:a16="http://schemas.microsoft.com/office/drawing/2014/main" id="{6675B7A5-98B0-D7B2-CF8A-7F84D1FA89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2450" y="1456075"/>
            <a:ext cx="5939100" cy="5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play a game</a:t>
            </a:r>
            <a:endParaRPr dirty="0"/>
          </a:p>
        </p:txBody>
      </p:sp>
      <p:sp>
        <p:nvSpPr>
          <p:cNvPr id="1025" name="Google Shape;1025;p36">
            <a:extLst>
              <a:ext uri="{FF2B5EF4-FFF2-40B4-BE49-F238E27FC236}">
                <a16:creationId xmlns:a16="http://schemas.microsoft.com/office/drawing/2014/main" id="{45495D7E-5FFF-1CA5-6108-7CB1CDCB601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02450" y="1999350"/>
            <a:ext cx="5939100" cy="17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Katakana Match Up Game : </a:t>
            </a:r>
            <a:r>
              <a:rPr lang="en-US" dirty="0">
                <a:hlinkClick r:id="rId3"/>
              </a:rPr>
              <a:t>https://wordwall.net/resource/100600986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127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>
          <a:extLst>
            <a:ext uri="{FF2B5EF4-FFF2-40B4-BE49-F238E27FC236}">
              <a16:creationId xmlns:a16="http://schemas.microsoft.com/office/drawing/2014/main" id="{1D437D6A-2EB7-540E-D73B-DD36CDC0D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36">
            <a:extLst>
              <a:ext uri="{FF2B5EF4-FFF2-40B4-BE49-F238E27FC236}">
                <a16:creationId xmlns:a16="http://schemas.microsoft.com/office/drawing/2014/main" id="{B8B9D390-E046-5C0C-3923-FBFD8DC029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2450" y="1456075"/>
            <a:ext cx="5939100" cy="5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to write it?</a:t>
            </a:r>
            <a:endParaRPr dirty="0"/>
          </a:p>
        </p:txBody>
      </p:sp>
      <p:sp>
        <p:nvSpPr>
          <p:cNvPr id="1025" name="Google Shape;1025;p36">
            <a:extLst>
              <a:ext uri="{FF2B5EF4-FFF2-40B4-BE49-F238E27FC236}">
                <a16:creationId xmlns:a16="http://schemas.microsoft.com/office/drawing/2014/main" id="{5128976B-CB5B-4199-406A-5BABA48BC4D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02450" y="1999350"/>
            <a:ext cx="5939100" cy="17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 err="1"/>
              <a:t>Marugoto</a:t>
            </a:r>
            <a:r>
              <a:rPr lang="en-US" dirty="0"/>
              <a:t> E-learning </a:t>
            </a:r>
            <a:r>
              <a:rPr lang="en-US"/>
              <a:t>page : </a:t>
            </a:r>
            <a:r>
              <a:rPr lang="en-US">
                <a:hlinkClick r:id="rId3"/>
              </a:rPr>
              <a:t>https://a1.marugotoweb.jp/en/katakana.php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19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2C458-EEFB-2DCC-1BF7-19B5A53DA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450" y="2047457"/>
            <a:ext cx="5939100" cy="1048586"/>
          </a:xfrm>
        </p:spPr>
        <p:txBody>
          <a:bodyPr/>
          <a:lstStyle/>
          <a:p>
            <a:pPr algn="ctr"/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183303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C4CF2343-6A51-1914-4CEB-2D093B5F7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37">
            <a:extLst>
              <a:ext uri="{FF2B5EF4-FFF2-40B4-BE49-F238E27FC236}">
                <a16:creationId xmlns:a16="http://schemas.microsoft.com/office/drawing/2014/main" id="{65918D7D-1337-D537-C3DF-05924B54A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1859" y="1048764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REFERENCE</a:t>
            </a:r>
            <a:endParaRPr sz="3200" dirty="0"/>
          </a:p>
        </p:txBody>
      </p:sp>
      <p:sp>
        <p:nvSpPr>
          <p:cNvPr id="1031" name="Google Shape;1031;p37">
            <a:extLst>
              <a:ext uri="{FF2B5EF4-FFF2-40B4-BE49-F238E27FC236}">
                <a16:creationId xmlns:a16="http://schemas.microsoft.com/office/drawing/2014/main" id="{A9F9A2D3-0678-2C58-8532-0D44F8097F9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51859" y="1890765"/>
            <a:ext cx="5151600" cy="23493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HIRAGANA MNEMONICS CHART :</a:t>
            </a:r>
          </a:p>
          <a:p>
            <a:pPr marL="0" lvl="0" indent="0" algn="l"/>
            <a:r>
              <a:rPr lang="en-US" sz="2000" dirty="0">
                <a:hlinkClick r:id="rId3"/>
              </a:rPr>
              <a:t>https://www.tofugu.com/japanese/hiragana-mnemonics-chart/</a:t>
            </a:r>
            <a:endParaRPr lang="en-US" sz="2000" dirty="0"/>
          </a:p>
          <a:p>
            <a:pPr marL="0" lvl="0" indent="0" algn="l"/>
            <a:endParaRPr lang="en-US" sz="2000" dirty="0"/>
          </a:p>
          <a:p>
            <a:pPr marL="0" lvl="0" indent="0" algn="l"/>
            <a:r>
              <a:rPr lang="en-US" sz="2000" dirty="0"/>
              <a:t>KATAKANA MNEMONICS CHART :</a:t>
            </a:r>
          </a:p>
          <a:p>
            <a:pPr marL="0" lvl="0" indent="0" algn="l"/>
            <a:r>
              <a:rPr lang="en-US" sz="2000" dirty="0">
                <a:hlinkClick r:id="rId4"/>
              </a:rPr>
              <a:t>https://www.tofugu.com/japanese/katakana-chart/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61101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9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1" name="Google Shape;9041;p7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inimalist Thesis Defense by Slidesgo">
  <a:themeElements>
    <a:clrScheme name="Simple Light">
      <a:dk1>
        <a:srgbClr val="191919"/>
      </a:dk1>
      <a:lt1>
        <a:srgbClr val="FFFFFF"/>
      </a:lt1>
      <a:dk2>
        <a:srgbClr val="595959"/>
      </a:dk2>
      <a:lt2>
        <a:srgbClr val="EEEEEE"/>
      </a:lt2>
      <a:accent1>
        <a:srgbClr val="ACDFF3"/>
      </a:accent1>
      <a:accent2>
        <a:srgbClr val="274075"/>
      </a:accent2>
      <a:accent3>
        <a:srgbClr val="D4F2FD"/>
      </a:accent3>
      <a:accent4>
        <a:srgbClr val="FFFFFF"/>
      </a:accent4>
      <a:accent5>
        <a:srgbClr val="ACDFF3"/>
      </a:accent5>
      <a:accent6>
        <a:srgbClr val="274075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1756</TotalTime>
  <Words>124</Words>
  <Application>Microsoft Office PowerPoint</Application>
  <PresentationFormat>On-screen Show (16:9)</PresentationFormat>
  <Paragraphs>18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Questrial</vt:lpstr>
      <vt:lpstr>Proxima Nova</vt:lpstr>
      <vt:lpstr>Arial</vt:lpstr>
      <vt:lpstr>Proxima Nova Semibold</vt:lpstr>
      <vt:lpstr>Paytone One</vt:lpstr>
      <vt:lpstr>Minimalist Thesis Defense by Slidesgo</vt:lpstr>
      <vt:lpstr>Slidesgo Final Pages</vt:lpstr>
      <vt:lpstr>Hiragana &amp; Katakana</vt:lpstr>
      <vt:lpstr>Hiragana Chart</vt:lpstr>
      <vt:lpstr>PowerPoint Presentation</vt:lpstr>
      <vt:lpstr>Let’s play a game</vt:lpstr>
      <vt:lpstr>How to write it?</vt:lpstr>
      <vt:lpstr>Katakana Chart</vt:lpstr>
      <vt:lpstr>PowerPoint Presentation</vt:lpstr>
      <vt:lpstr>Let’s play a game</vt:lpstr>
      <vt:lpstr>How to write it?</vt:lpstr>
      <vt:lpstr>PowerPoint Presentation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NUR HANAN BINTI HAMDAN</cp:lastModifiedBy>
  <cp:revision>4</cp:revision>
  <dcterms:modified xsi:type="dcterms:W3CDTF">2026-03-15T09:50:07Z</dcterms:modified>
</cp:coreProperties>
</file>
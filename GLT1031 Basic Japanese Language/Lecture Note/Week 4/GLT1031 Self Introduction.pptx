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7"/>
  </p:notesMasterIdLst>
  <p:sldIdLst>
    <p:sldId id="256" r:id="rId3"/>
    <p:sldId id="297" r:id="rId4"/>
    <p:sldId id="299" r:id="rId5"/>
    <p:sldId id="300" r:id="rId6"/>
    <p:sldId id="302" r:id="rId7"/>
    <p:sldId id="309" r:id="rId8"/>
    <p:sldId id="304" r:id="rId9"/>
    <p:sldId id="310" r:id="rId10"/>
    <p:sldId id="305" r:id="rId11"/>
    <p:sldId id="311" r:id="rId12"/>
    <p:sldId id="315" r:id="rId13"/>
    <p:sldId id="258" r:id="rId14"/>
    <p:sldId id="316" r:id="rId15"/>
    <p:sldId id="296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Nunito Light" pitchFamily="2" charset="0"/>
      <p:regular r:id="rId20"/>
      <p: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roxima Nova" panose="020B0604020202020204" charset="0"/>
      <p:regular r:id="rId26"/>
      <p:bold r:id="rId27"/>
      <p:italic r:id="rId28"/>
      <p:boldItalic r:id="rId29"/>
    </p:embeddedFont>
    <p:embeddedFont>
      <p:font typeface="Proxima Nova Semibold" panose="020B0604020202020204" charset="0"/>
      <p:regular r:id="rId3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CED31-040B-4B96-B264-8210C48EDFA1}">
  <a:tblStyle styleId="{37ECED31-040B-4B96-B264-8210C48ED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CEE02A-BB42-442E-BC65-CD1E1F16B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custSel addSld delSld modSld sldOrd">
      <pc:chgData name="NUR HANAN BINTI HAMDAN" userId="611587a3-4fba-4630-aec7-8c82a5204456" providerId="ADAL" clId="{2AC34E7B-6C1E-4DA6-825C-8A4937CF5A27}" dt="2026-03-30T03:35:13.630" v="1457" actId="14100"/>
      <pc:docMkLst>
        <pc:docMk/>
      </pc:docMkLst>
      <pc:sldChg chg="modSp mod">
        <pc:chgData name="NUR HANAN BINTI HAMDAN" userId="611587a3-4fba-4630-aec7-8c82a5204456" providerId="ADAL" clId="{2AC34E7B-6C1E-4DA6-825C-8A4937CF5A27}" dt="2026-03-30T03:31:01.236" v="1215" actId="20577"/>
        <pc:sldMkLst>
          <pc:docMk/>
          <pc:sldMk cId="3057808527" sldId="297"/>
        </pc:sldMkLst>
        <pc:graphicFrameChg chg="mod modGraphic">
          <ac:chgData name="NUR HANAN BINTI HAMDAN" userId="611587a3-4fba-4630-aec7-8c82a5204456" providerId="ADAL" clId="{2AC34E7B-6C1E-4DA6-825C-8A4937CF5A27}" dt="2026-03-30T03:31:01.236" v="1215" actId="20577"/>
          <ac:graphicFrameMkLst>
            <pc:docMk/>
            <pc:sldMk cId="3057808527" sldId="297"/>
            <ac:graphicFrameMk id="314" creationId="{BC257189-1970-EAF7-5733-61C859CE554B}"/>
          </ac:graphicFrameMkLst>
        </pc:graphicFrameChg>
      </pc:sldChg>
      <pc:sldChg chg="modSp mod">
        <pc:chgData name="NUR HANAN BINTI HAMDAN" userId="611587a3-4fba-4630-aec7-8c82a5204456" providerId="ADAL" clId="{2AC34E7B-6C1E-4DA6-825C-8A4937CF5A27}" dt="2026-03-30T03:31:46.078" v="1247" actId="20577"/>
        <pc:sldMkLst>
          <pc:docMk/>
          <pc:sldMk cId="2011588104" sldId="302"/>
        </pc:sldMkLst>
        <pc:spChg chg="mod">
          <ac:chgData name="NUR HANAN BINTI HAMDAN" userId="611587a3-4fba-4630-aec7-8c82a5204456" providerId="ADAL" clId="{2AC34E7B-6C1E-4DA6-825C-8A4937CF5A27}" dt="2026-03-30T03:31:46.078" v="1247" actId="20577"/>
          <ac:spMkLst>
            <pc:docMk/>
            <pc:sldMk cId="2011588104" sldId="302"/>
            <ac:spMk id="342" creationId="{14767A9A-E2F3-AAD3-C2E2-D0DA4D33814D}"/>
          </ac:spMkLst>
        </pc:spChg>
      </pc:sldChg>
      <pc:sldChg chg="modSp mod">
        <pc:chgData name="NUR HANAN BINTI HAMDAN" userId="611587a3-4fba-4630-aec7-8c82a5204456" providerId="ADAL" clId="{2AC34E7B-6C1E-4DA6-825C-8A4937CF5A27}" dt="2026-03-30T03:32:23.185" v="1252" actId="20577"/>
        <pc:sldMkLst>
          <pc:docMk/>
          <pc:sldMk cId="3619298065" sldId="304"/>
        </pc:sldMkLst>
        <pc:spChg chg="mod">
          <ac:chgData name="NUR HANAN BINTI HAMDAN" userId="611587a3-4fba-4630-aec7-8c82a5204456" providerId="ADAL" clId="{2AC34E7B-6C1E-4DA6-825C-8A4937CF5A27}" dt="2026-03-30T03:32:23.185" v="1252" actId="20577"/>
          <ac:spMkLst>
            <pc:docMk/>
            <pc:sldMk cId="3619298065" sldId="304"/>
            <ac:spMk id="342" creationId="{B84C292F-512C-C83F-CD9A-5190E0E8069D}"/>
          </ac:spMkLst>
        </pc:spChg>
      </pc:sldChg>
      <pc:sldChg chg="modSp mod">
        <pc:chgData name="NUR HANAN BINTI HAMDAN" userId="611587a3-4fba-4630-aec7-8c82a5204456" providerId="ADAL" clId="{2AC34E7B-6C1E-4DA6-825C-8A4937CF5A27}" dt="2026-03-30T03:35:13.630" v="1457" actId="14100"/>
        <pc:sldMkLst>
          <pc:docMk/>
          <pc:sldMk cId="3973415151" sldId="305"/>
        </pc:sldMkLst>
        <pc:spChg chg="mod">
          <ac:chgData name="NUR HANAN BINTI HAMDAN" userId="611587a3-4fba-4630-aec7-8c82a5204456" providerId="ADAL" clId="{2AC34E7B-6C1E-4DA6-825C-8A4937CF5A27}" dt="2026-03-30T03:35:00.396" v="1455" actId="20577"/>
          <ac:spMkLst>
            <pc:docMk/>
            <pc:sldMk cId="3973415151" sldId="305"/>
            <ac:spMk id="342" creationId="{E987A715-6BDC-34D5-A2DC-D170ED67EBE3}"/>
          </ac:spMkLst>
        </pc:spChg>
        <pc:picChg chg="mod">
          <ac:chgData name="NUR HANAN BINTI HAMDAN" userId="611587a3-4fba-4630-aec7-8c82a5204456" providerId="ADAL" clId="{2AC34E7B-6C1E-4DA6-825C-8A4937CF5A27}" dt="2026-03-30T03:35:13.630" v="1457" actId="14100"/>
          <ac:picMkLst>
            <pc:docMk/>
            <pc:sldMk cId="3973415151" sldId="305"/>
            <ac:picMk id="9" creationId="{B5AA1F53-B1E9-F0A1-C7D2-F6C8F4C1D2A9}"/>
          </ac:picMkLst>
        </pc:picChg>
      </pc:sldChg>
      <pc:sldChg chg="delSp mod">
        <pc:chgData name="NUR HANAN BINTI HAMDAN" userId="611587a3-4fba-4630-aec7-8c82a5204456" providerId="ADAL" clId="{2AC34E7B-6C1E-4DA6-825C-8A4937CF5A27}" dt="2026-03-30T03:31:54.781" v="1248" actId="478"/>
        <pc:sldMkLst>
          <pc:docMk/>
          <pc:sldMk cId="3502464975" sldId="309"/>
        </pc:sldMkLst>
        <pc:spChg chg="del">
          <ac:chgData name="NUR HANAN BINTI HAMDAN" userId="611587a3-4fba-4630-aec7-8c82a5204456" providerId="ADAL" clId="{2AC34E7B-6C1E-4DA6-825C-8A4937CF5A27}" dt="2026-03-30T03:31:54.781" v="1248" actId="478"/>
          <ac:spMkLst>
            <pc:docMk/>
            <pc:sldMk cId="3502464975" sldId="309"/>
            <ac:spMk id="6" creationId="{4096C5DD-762E-3861-5743-3DAB11AA2E4B}"/>
          </ac:spMkLst>
        </pc:spChg>
      </pc:sldChg>
      <pc:sldChg chg="delSp modSp new mod ord">
        <pc:chgData name="NUR HANAN BINTI HAMDAN" userId="611587a3-4fba-4630-aec7-8c82a5204456" providerId="ADAL" clId="{2AC34E7B-6C1E-4DA6-825C-8A4937CF5A27}" dt="2026-03-30T03:32:02.663" v="1250"/>
        <pc:sldMkLst>
          <pc:docMk/>
          <pc:sldMk cId="3363424355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42A3458F-5E8D-7190-491B-F230417D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DEE44D49-EBA2-2CD7-B8C0-AC0652133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16DD660D-3E90-00CC-BC46-DCF12D4F8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991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85C490FC-443B-4D25-203D-027A451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08:notes">
            <a:extLst>
              <a:ext uri="{FF2B5EF4-FFF2-40B4-BE49-F238E27FC236}">
                <a16:creationId xmlns:a16="http://schemas.microsoft.com/office/drawing/2014/main" id="{0BDE2BB6-D9A6-612A-09C4-443D46A79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08:notes">
            <a:extLst>
              <a:ext uri="{FF2B5EF4-FFF2-40B4-BE49-F238E27FC236}">
                <a16:creationId xmlns:a16="http://schemas.microsoft.com/office/drawing/2014/main" id="{78C3E703-DD1C-1002-0061-69069F0F7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399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9E794F5-1558-8E87-D3BC-7FEFAD7F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602C44AE-B049-DA32-22FA-489C2F405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141E1051-F95D-BD5F-5C49-36DE5766F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971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36283A7-5EBF-E9D5-0004-D6F81482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4BE8D9D-CD8B-7322-2E91-DCF55FEE0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BD272755-1D32-25F4-B8DC-966C6EA1E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22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6FD0303-910F-CACA-8A9A-F80D74AE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DA516332-20C5-A8FC-42A8-FB4EE4135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E74EAF69-4999-2400-6CDA-37F138401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6118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B485795-02C5-E53C-ED52-385992A0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48FF890-8856-8CF1-09D7-29E60D483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D1DB6977-F185-12A6-D8D6-F64CB5D00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699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1" name="Google Shape;7991;g1e7f3938c53_0_17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2" name="Google Shape;7992;g1e7f3938c53_0_17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7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JAPANESE LANGUAGE 1</a:t>
            </a:r>
            <a:endParaRPr dirty="0"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GLT1031 (WEEK 4)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62AED64-4367-D425-8AE0-E3DEE235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E1AE6DE5-238A-2EED-5B19-BD14CD545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PREVIOUS CONTENT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BC257189-1970-EAF7-5733-61C859CE5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053437"/>
              </p:ext>
            </p:extLst>
          </p:nvPr>
        </p:nvGraphicFramePr>
        <p:xfrm>
          <a:off x="720000" y="1224501"/>
          <a:ext cx="7704000" cy="368452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4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 1 : Introduction to course &amp; Japanese, Greetings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Course Information, Proforma &amp; Spectrum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Pronunciation, Sentence structure &amp; Writing system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 2: Japanese Writing System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Hiragana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Katakana 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 3 : asynchronous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Self-study on next lesson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Revision on previous lesson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80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D4FFFC90-12F8-04C4-64AA-5A8AEAAA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>
            <a:extLst>
              <a:ext uri="{FF2B5EF4-FFF2-40B4-BE49-F238E27FC236}">
                <a16:creationId xmlns:a16="http://schemas.microsoft.com/office/drawing/2014/main" id="{59CB3556-1205-3131-2887-2F539F422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BBC332E9-AFCE-8EF7-3F02-11A165BA9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/>
              <a:t>じこ しょうかい</a:t>
            </a:r>
            <a:br>
              <a:rPr lang="en-US" altLang="ja-JP" dirty="0"/>
            </a:br>
            <a:r>
              <a:rPr lang="en-US" altLang="ja-JP" sz="3600" dirty="0"/>
              <a:t>Self-introduction</a:t>
            </a:r>
            <a:endParaRPr dirty="0"/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4B6E9712-6323-4676-9020-6434A9245A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90275" y="1037350"/>
            <a:ext cx="1314824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350" name="Google Shape;350;p37">
            <a:extLst>
              <a:ext uri="{FF2B5EF4-FFF2-40B4-BE49-F238E27FC236}">
                <a16:creationId xmlns:a16="http://schemas.microsoft.com/office/drawing/2014/main" id="{C1B8F481-4897-244D-BD47-5C0964CF78B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rcRect l="23212" r="23212"/>
          <a:stretch/>
        </p:blipFill>
        <p:spPr>
          <a:xfrm>
            <a:off x="713225" y="405213"/>
            <a:ext cx="3171675" cy="4333073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75976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TOPIC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314323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give a simple </a:t>
                      </a:r>
                      <a:r>
                        <a:rPr lang="en-US" sz="14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self introduction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Tell your name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　　　　　　　　　　　　　　　　　　　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occupation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　　　　　　　　　　　　　　　　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nationality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ability to speak what language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Particle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も</a:t>
                      </a:r>
                      <a:endParaRPr lang="en-US"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71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03DACC92-FDF7-043E-695B-CE2D4658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A9EBEDD-95BC-2FDD-10B0-CA8907C33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14767A9A-E2F3-AAD3-C2E2-D0DA4D3381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196669"/>
            <a:ext cx="5502303" cy="3749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①　</a:t>
            </a:r>
            <a:r>
              <a:rPr lang="en-US" altLang="ja-JP" sz="1400" dirty="0"/>
              <a:t>Name, occupation &amp;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sz="1400" dirty="0"/>
              <a:t>        nationality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146AE2C-4A00-0214-68D5-54C8383F79A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6519" t="19534" r="28128" b="13097"/>
          <a:stretch/>
        </p:blipFill>
        <p:spPr>
          <a:xfrm>
            <a:off x="3553299" y="530337"/>
            <a:ext cx="5502302" cy="4597524"/>
          </a:xfrm>
        </p:spPr>
      </p:pic>
    </p:spTree>
    <p:extLst>
      <p:ext uri="{BB962C8B-B14F-4D97-AF65-F5344CB8AC3E}">
        <p14:creationId xmlns:p14="http://schemas.microsoft.com/office/powerpoint/2010/main" val="2011588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CEF40-1A25-DA28-898C-A8D87906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19" t="19003" r="49468" b="35301"/>
          <a:stretch/>
        </p:blipFill>
        <p:spPr>
          <a:xfrm>
            <a:off x="402671" y="230588"/>
            <a:ext cx="2659311" cy="4912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68FC5-9317-8D51-BCD1-0505B2C4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41" t="64614" r="45307" b="7226"/>
          <a:stretch/>
        </p:blipFill>
        <p:spPr>
          <a:xfrm>
            <a:off x="3061982" y="230588"/>
            <a:ext cx="3389153" cy="302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6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10B13576-A410-2D4E-E01B-3E05DD22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C9FF500-C53D-DA11-A220-0546A629C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B84C292F-512C-C83F-CD9A-5190E0E806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041621"/>
            <a:ext cx="3832529" cy="3904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②　</a:t>
            </a:r>
            <a:r>
              <a:rPr lang="en-US" altLang="ja-JP" sz="1400" dirty="0"/>
              <a:t>Talk about ability to speak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        what languages</a:t>
            </a:r>
            <a:r>
              <a:rPr lang="ja-JP" altLang="en-US" sz="1400" dirty="0"/>
              <a:t>　</a:t>
            </a: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ja-JP" alt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17B6898-39C2-53A0-62FD-2A6A6102F81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397" t="23469" r="30804" b="19423"/>
          <a:stretch/>
        </p:blipFill>
        <p:spPr>
          <a:xfrm>
            <a:off x="3673481" y="646907"/>
            <a:ext cx="5470519" cy="4415374"/>
          </a:xfrm>
        </p:spPr>
      </p:pic>
    </p:spTree>
    <p:extLst>
      <p:ext uri="{BB962C8B-B14F-4D97-AF65-F5344CB8AC3E}">
        <p14:creationId xmlns:p14="http://schemas.microsoft.com/office/powerpoint/2010/main" val="361929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7C85-ACB2-09E1-172A-304E3645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F69846-F80D-0316-9D8B-D1E651E2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32" t="32036" r="43673" b="17450"/>
          <a:stretch/>
        </p:blipFill>
        <p:spPr>
          <a:xfrm>
            <a:off x="42298" y="253945"/>
            <a:ext cx="4028770" cy="463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5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781E35FA-11C2-BC95-BB31-C7EC694A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B4414AE3-2EAC-F118-F2BF-AEFD8297E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E987A715-6BDC-34D5-A2DC-D170ED67EB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196669"/>
            <a:ext cx="5502303" cy="3749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③　</a:t>
            </a:r>
            <a:r>
              <a:rPr lang="en-US" altLang="ja-JP" sz="1400" dirty="0"/>
              <a:t>Particle </a:t>
            </a:r>
            <a:r>
              <a:rPr lang="ja-JP" altLang="en-US" sz="1400" dirty="0"/>
              <a:t>も</a:t>
            </a: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も</a:t>
            </a:r>
            <a:r>
              <a:rPr lang="en-US" altLang="ja-JP" sz="1400" dirty="0"/>
              <a:t> = too, also, as well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Used to say something that is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the same as what was said before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(</a:t>
            </a:r>
            <a:r>
              <a:rPr lang="en-US" altLang="ja-JP" sz="1400" dirty="0" err="1"/>
              <a:t>repition</a:t>
            </a:r>
            <a:r>
              <a:rPr lang="en-US" altLang="ja-JP" sz="1400" dirty="0"/>
              <a:t> of the topic or content)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ja-JP" alt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5AA1F53-B1E9-F0A1-C7D2-F6C8F4C1D2A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116" t="23591" r="30840" b="22965"/>
          <a:stretch/>
        </p:blipFill>
        <p:spPr>
          <a:xfrm>
            <a:off x="3456423" y="596348"/>
            <a:ext cx="5687578" cy="4269850"/>
          </a:xfrm>
        </p:spPr>
      </p:pic>
    </p:spTree>
    <p:extLst>
      <p:ext uri="{BB962C8B-B14F-4D97-AF65-F5344CB8AC3E}">
        <p14:creationId xmlns:p14="http://schemas.microsoft.com/office/powerpoint/2010/main" val="397341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61B0-088C-24E7-B156-A67ADBF3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610675-E2EB-7CDE-A608-3B63EDE16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28" t="60344" r="40600" b="18464"/>
          <a:stretch/>
        </p:blipFill>
        <p:spPr>
          <a:xfrm>
            <a:off x="378199" y="413467"/>
            <a:ext cx="8084221" cy="360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3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DD180042-FBBE-D724-CF38-64B22128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926A174C-2249-9DE3-ADB4-25B5863327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dirty="0"/>
              <a:t>じこ しょうかい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2A090DA1-D76E-D160-DA61-A6E66947CE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2" y="1383527"/>
            <a:ext cx="9144001" cy="3562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はじめまして </a:t>
            </a:r>
            <a:r>
              <a:rPr lang="en-US" altLang="ja-JP" sz="1600" dirty="0"/>
              <a:t>– </a:t>
            </a:r>
            <a:r>
              <a:rPr lang="en-US" altLang="ja-JP" sz="1600" dirty="0" err="1"/>
              <a:t>hajimemashite</a:t>
            </a:r>
            <a:r>
              <a:rPr lang="en-US" altLang="ja-JP" sz="1600" dirty="0"/>
              <a:t> </a:t>
            </a:r>
            <a:r>
              <a:rPr lang="en-US" altLang="ja-JP" sz="1400" dirty="0"/>
              <a:t>nice to meet you</a:t>
            </a:r>
            <a:endParaRPr lang="en-US" altLang="ja-JP" sz="16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わたし は </a:t>
            </a:r>
            <a:r>
              <a:rPr lang="en-US" altLang="ja-JP" sz="1600" dirty="0"/>
              <a:t>(name) </a:t>
            </a:r>
            <a:r>
              <a:rPr lang="ja-JP" altLang="en-US" sz="1600" dirty="0"/>
              <a:t>です </a:t>
            </a:r>
            <a:r>
              <a:rPr lang="en-US" altLang="ja-JP" sz="1600" dirty="0"/>
              <a:t>– </a:t>
            </a:r>
            <a:r>
              <a:rPr lang="en-US" altLang="ja-JP" sz="1600" dirty="0" err="1"/>
              <a:t>watashi</a:t>
            </a:r>
            <a:r>
              <a:rPr lang="en-US" altLang="ja-JP" sz="1600" dirty="0"/>
              <a:t> </a:t>
            </a:r>
            <a:r>
              <a:rPr lang="en-US" altLang="ja-JP" sz="1600" dirty="0" err="1"/>
              <a:t>wa</a:t>
            </a:r>
            <a:r>
              <a:rPr lang="en-US" altLang="ja-JP" sz="1600" dirty="0"/>
              <a:t> (name) </a:t>
            </a:r>
            <a:r>
              <a:rPr lang="en-US" altLang="ja-JP" sz="1600" dirty="0" err="1"/>
              <a:t>des</a:t>
            </a:r>
            <a:r>
              <a:rPr lang="en-US" altLang="ja-JP" sz="1600" dirty="0" err="1">
                <a:solidFill>
                  <a:srgbClr val="FF0000"/>
                </a:solidFill>
              </a:rPr>
              <a:t>u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わたし は </a:t>
            </a:r>
            <a:r>
              <a:rPr lang="en-US" altLang="ja-JP" sz="1600" dirty="0"/>
              <a:t>(occupation) </a:t>
            </a:r>
            <a:r>
              <a:rPr lang="ja-JP" altLang="en-US" sz="1600" dirty="0"/>
              <a:t>です </a:t>
            </a:r>
            <a:r>
              <a:rPr lang="en-US" altLang="ja-JP" sz="1600" dirty="0"/>
              <a:t>– </a:t>
            </a:r>
            <a:r>
              <a:rPr lang="en-US" altLang="ja-JP" sz="1600" dirty="0" err="1"/>
              <a:t>watashi</a:t>
            </a:r>
            <a:r>
              <a:rPr lang="en-US" altLang="ja-JP" sz="1600" dirty="0"/>
              <a:t> </a:t>
            </a:r>
            <a:r>
              <a:rPr lang="en-US" altLang="ja-JP" sz="1600" dirty="0" err="1"/>
              <a:t>wa</a:t>
            </a:r>
            <a:r>
              <a:rPr lang="en-US" altLang="ja-JP" sz="1600" dirty="0"/>
              <a:t> (occupation) </a:t>
            </a:r>
            <a:r>
              <a:rPr lang="en-US" altLang="ja-JP" sz="1600" dirty="0" err="1"/>
              <a:t>des</a:t>
            </a:r>
            <a:r>
              <a:rPr lang="en-US" altLang="ja-JP" sz="1600" dirty="0" err="1">
                <a:solidFill>
                  <a:srgbClr val="FF0000"/>
                </a:solidFill>
              </a:rPr>
              <a:t>u</a:t>
            </a:r>
            <a:endParaRPr lang="en-US" altLang="ja-JP" sz="16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わたし は </a:t>
            </a:r>
            <a:r>
              <a:rPr lang="en-US" altLang="ja-JP" sz="1600" dirty="0"/>
              <a:t>(nationality) </a:t>
            </a:r>
            <a:r>
              <a:rPr lang="ja-JP" altLang="en-US" sz="1600" dirty="0"/>
              <a:t>です </a:t>
            </a:r>
            <a:r>
              <a:rPr lang="en-US" altLang="ja-JP" sz="1600" dirty="0"/>
              <a:t>– </a:t>
            </a:r>
            <a:r>
              <a:rPr lang="en-US" altLang="ja-JP" sz="1600" dirty="0" err="1"/>
              <a:t>watashi</a:t>
            </a:r>
            <a:r>
              <a:rPr lang="en-US" altLang="ja-JP" sz="1600" dirty="0"/>
              <a:t> </a:t>
            </a:r>
            <a:r>
              <a:rPr lang="en-US" altLang="ja-JP" sz="1600" dirty="0" err="1"/>
              <a:t>wa</a:t>
            </a:r>
            <a:r>
              <a:rPr lang="en-US" altLang="ja-JP" sz="1600" dirty="0"/>
              <a:t> (nationality) </a:t>
            </a:r>
            <a:r>
              <a:rPr lang="en-US" altLang="ja-JP" sz="1600" dirty="0" err="1"/>
              <a:t>des</a:t>
            </a:r>
            <a:r>
              <a:rPr lang="en-US" altLang="ja-JP" sz="1600" dirty="0" err="1">
                <a:solidFill>
                  <a:srgbClr val="FF0000"/>
                </a:solidFill>
              </a:rPr>
              <a:t>u</a:t>
            </a:r>
            <a:endParaRPr lang="en-US" altLang="ja-JP" sz="16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わたし は </a:t>
            </a:r>
            <a:r>
              <a:rPr lang="en-US" altLang="ja-JP" sz="1600" dirty="0"/>
              <a:t>(language) </a:t>
            </a:r>
            <a:r>
              <a:rPr lang="ja-JP" altLang="en-US" sz="1600" dirty="0"/>
              <a:t>が できます </a:t>
            </a:r>
            <a:r>
              <a:rPr lang="en-US" altLang="ja-JP" sz="1600" dirty="0"/>
              <a:t>– </a:t>
            </a:r>
            <a:r>
              <a:rPr lang="en-US" altLang="ja-JP" sz="1600" dirty="0" err="1"/>
              <a:t>watashi</a:t>
            </a:r>
            <a:r>
              <a:rPr lang="en-US" altLang="ja-JP" sz="1600" dirty="0"/>
              <a:t> </a:t>
            </a:r>
            <a:r>
              <a:rPr lang="en-US" altLang="ja-JP" sz="1600" dirty="0" err="1"/>
              <a:t>wa</a:t>
            </a:r>
            <a:r>
              <a:rPr lang="en-US" altLang="ja-JP" sz="1600" dirty="0"/>
              <a:t> (language) ga </a:t>
            </a:r>
            <a:r>
              <a:rPr lang="en-US" altLang="ja-JP" sz="1600" dirty="0" err="1"/>
              <a:t>dekimas</a:t>
            </a:r>
            <a:r>
              <a:rPr lang="en-US" altLang="ja-JP" sz="1600" dirty="0" err="1">
                <a:solidFill>
                  <a:srgbClr val="FF0000"/>
                </a:solidFill>
              </a:rPr>
              <a:t>u</a:t>
            </a:r>
            <a:endParaRPr lang="en-US" altLang="ja-JP" sz="1600" dirty="0">
              <a:solidFill>
                <a:srgbClr val="FF0000"/>
              </a:solidFill>
            </a:endParaRPr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わたし は </a:t>
            </a:r>
            <a:r>
              <a:rPr lang="en-US" altLang="ja-JP" sz="1600" dirty="0"/>
              <a:t>(another language) </a:t>
            </a:r>
            <a:r>
              <a:rPr lang="ja-JP" altLang="en-US" sz="1600" dirty="0"/>
              <a:t>も できます。</a:t>
            </a:r>
            <a:r>
              <a:rPr lang="en-US" altLang="ja-JP" sz="1600" dirty="0"/>
              <a:t>- </a:t>
            </a:r>
            <a:r>
              <a:rPr lang="en-US" altLang="ja-JP" sz="1400" dirty="0" err="1"/>
              <a:t>watashi</a:t>
            </a:r>
            <a:r>
              <a:rPr lang="en-US" altLang="ja-JP" sz="1400" dirty="0"/>
              <a:t> </a:t>
            </a:r>
            <a:r>
              <a:rPr lang="en-US" altLang="ja-JP" sz="1400" dirty="0" err="1"/>
              <a:t>wa</a:t>
            </a:r>
            <a:r>
              <a:rPr lang="en-US" altLang="ja-JP" sz="1400" dirty="0"/>
              <a:t> (language) </a:t>
            </a:r>
            <a:r>
              <a:rPr lang="en-US" altLang="ja-JP" sz="1400" dirty="0" err="1"/>
              <a:t>mo</a:t>
            </a:r>
            <a:r>
              <a:rPr lang="en-US" altLang="ja-JP" sz="1400" dirty="0"/>
              <a:t> </a:t>
            </a:r>
            <a:r>
              <a:rPr lang="en-US" altLang="ja-JP" sz="1400" dirty="0" err="1"/>
              <a:t>dekimas</a:t>
            </a:r>
            <a:r>
              <a:rPr lang="en-US" altLang="ja-JP" sz="1400" dirty="0" err="1">
                <a:solidFill>
                  <a:srgbClr val="FF0000"/>
                </a:solidFill>
              </a:rPr>
              <a:t>u</a:t>
            </a:r>
            <a:endParaRPr lang="en-US" altLang="ja-JP" sz="1400" dirty="0">
              <a:solidFill>
                <a:srgbClr val="FF0000"/>
              </a:solidFill>
            </a:endParaRPr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600" dirty="0"/>
              <a:t>（どうぞ）よろしく おねがいします </a:t>
            </a:r>
            <a:r>
              <a:rPr lang="en-US" altLang="ja-JP" sz="1600" dirty="0"/>
              <a:t>– </a:t>
            </a:r>
            <a:r>
              <a:rPr lang="en-US" altLang="ja-JP" sz="1400" dirty="0"/>
              <a:t>(</a:t>
            </a:r>
            <a:r>
              <a:rPr lang="en-US" altLang="ja-JP" sz="1400" dirty="0" err="1"/>
              <a:t>doozo</a:t>
            </a:r>
            <a:r>
              <a:rPr lang="en-US" altLang="ja-JP" sz="1400" dirty="0"/>
              <a:t>) </a:t>
            </a:r>
            <a:r>
              <a:rPr lang="en-US" altLang="ja-JP" sz="1400" dirty="0" err="1"/>
              <a:t>yoroshiku</a:t>
            </a:r>
            <a:r>
              <a:rPr lang="en-US" altLang="ja-JP" sz="1400" dirty="0"/>
              <a:t> </a:t>
            </a:r>
            <a:r>
              <a:rPr lang="en-US" altLang="ja-JP" sz="1400" dirty="0" err="1"/>
              <a:t>onegaishimas</a:t>
            </a:r>
            <a:r>
              <a:rPr lang="en-US" altLang="ja-JP" sz="1400" dirty="0" err="1">
                <a:solidFill>
                  <a:srgbClr val="FF0000"/>
                </a:solidFill>
              </a:rPr>
              <a:t>u</a:t>
            </a:r>
            <a:r>
              <a:rPr lang="en-US" altLang="ja-JP" sz="1400" dirty="0">
                <a:solidFill>
                  <a:srgbClr val="FF0000"/>
                </a:solidFill>
              </a:rPr>
              <a:t> – please treat me well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832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720000" y="32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 FOR VOCABS</a:t>
            </a:r>
            <a:endParaRPr dirty="0"/>
          </a:p>
        </p:txBody>
      </p:sp>
      <p:pic>
        <p:nvPicPr>
          <p:cNvPr id="335" name="Google Shape;3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712050"/>
            <a:ext cx="1768000" cy="135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1E2A1-ED77-A873-0672-CEB3636387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870" t="12831" r="26174" b="10489"/>
          <a:stretch>
            <a:fillRect/>
          </a:stretch>
        </p:blipFill>
        <p:spPr>
          <a:xfrm>
            <a:off x="337929" y="981249"/>
            <a:ext cx="2647785" cy="39440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4143CD-1C9C-994E-D30B-FDB9D18097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870" t="13759" r="26174" b="7401"/>
          <a:stretch>
            <a:fillRect/>
          </a:stretch>
        </p:blipFill>
        <p:spPr>
          <a:xfrm>
            <a:off x="3160643" y="1007460"/>
            <a:ext cx="2647786" cy="4055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4D37D-5D49-03D7-B4A3-8208393DBF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522" t="22415" r="25218" b="9256"/>
          <a:stretch>
            <a:fillRect/>
          </a:stretch>
        </p:blipFill>
        <p:spPr>
          <a:xfrm>
            <a:off x="5983358" y="1079485"/>
            <a:ext cx="2875818" cy="39111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A256-C3DC-47B0-CB33-411D977D2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300" y="1482799"/>
            <a:ext cx="7199400" cy="2206605"/>
          </a:xfrm>
        </p:spPr>
        <p:txBody>
          <a:bodyPr/>
          <a:lstStyle/>
          <a:p>
            <a:r>
              <a:rPr lang="en-US" b="0" dirty="0"/>
              <a:t>6: </a:t>
            </a:r>
            <a:r>
              <a:rPr lang="en-US" b="0" dirty="0" err="1"/>
              <a:t>zjnwix</a:t>
            </a:r>
            <a:br>
              <a:rPr lang="en-US" b="0" dirty="0"/>
            </a:br>
            <a:br>
              <a:rPr lang="en-US" b="0" dirty="0"/>
            </a:br>
            <a:r>
              <a:rPr lang="en-US" b="0" dirty="0"/>
              <a:t>6M: 25hqlz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24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4" name="Google Shape;7994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298</Words>
  <Application>Microsoft Office PowerPoint</Application>
  <PresentationFormat>On-screen Show (16:9)</PresentationFormat>
  <Paragraphs>53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Proxima Nova</vt:lpstr>
      <vt:lpstr>Arial</vt:lpstr>
      <vt:lpstr>Nunito Light</vt:lpstr>
      <vt:lpstr>Anaheim</vt:lpstr>
      <vt:lpstr>Proxima Nova Semibold</vt:lpstr>
      <vt:lpstr>Poppins</vt:lpstr>
      <vt:lpstr>Industrial Preliminary Project by Slidesgo</vt:lpstr>
      <vt:lpstr>Slidesgo Final Pages</vt:lpstr>
      <vt:lpstr>BASIC JAPANESE LANGUAGE 1</vt:lpstr>
      <vt:lpstr>PREVIOUS CONTENT</vt:lpstr>
      <vt:lpstr>じこ しょうかい Self-introduction</vt:lpstr>
      <vt:lpstr>CONTENTS OF THIS TOPIC</vt:lpstr>
      <vt:lpstr>GRAMMAR PART </vt:lpstr>
      <vt:lpstr>PowerPoint Presentation</vt:lpstr>
      <vt:lpstr>GRAMMAR PART </vt:lpstr>
      <vt:lpstr>PowerPoint Presentation</vt:lpstr>
      <vt:lpstr>GRAMMAR PART </vt:lpstr>
      <vt:lpstr>PowerPoint Presentation</vt:lpstr>
      <vt:lpstr>じこ しょうかい</vt:lpstr>
      <vt:lpstr>REFERENCE FOR VOCABS</vt:lpstr>
      <vt:lpstr>6: zjnwix  6M: 25hqlz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13</cp:revision>
  <dcterms:modified xsi:type="dcterms:W3CDTF">2026-03-30T03:35:41Z</dcterms:modified>
</cp:coreProperties>
</file>
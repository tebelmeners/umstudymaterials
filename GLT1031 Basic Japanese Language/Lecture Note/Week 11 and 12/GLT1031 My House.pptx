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  <p:sldMasterId id="2147483679" r:id="rId2"/>
  </p:sldMasterIdLst>
  <p:notesMasterIdLst>
    <p:notesMasterId r:id="rId20"/>
  </p:notesMasterIdLst>
  <p:sldIdLst>
    <p:sldId id="256" r:id="rId3"/>
    <p:sldId id="313" r:id="rId4"/>
    <p:sldId id="329" r:id="rId5"/>
    <p:sldId id="299" r:id="rId6"/>
    <p:sldId id="300" r:id="rId7"/>
    <p:sldId id="337" r:id="rId8"/>
    <p:sldId id="345" r:id="rId9"/>
    <p:sldId id="339" r:id="rId10"/>
    <p:sldId id="338" r:id="rId11"/>
    <p:sldId id="341" r:id="rId12"/>
    <p:sldId id="348" r:id="rId13"/>
    <p:sldId id="349" r:id="rId14"/>
    <p:sldId id="351" r:id="rId15"/>
    <p:sldId id="346" r:id="rId16"/>
    <p:sldId id="347" r:id="rId17"/>
    <p:sldId id="353" r:id="rId18"/>
    <p:sldId id="296" r:id="rId19"/>
  </p:sldIdLst>
  <p:sldSz cx="9144000" cy="5143500" type="screen16x9"/>
  <p:notesSz cx="6858000" cy="9144000"/>
  <p:embeddedFontLst>
    <p:embeddedFont>
      <p:font typeface="Nunito Light" pitchFamily="2" charset="0"/>
      <p:regular r:id="rId21"/>
      <p:italic r:id="rId22"/>
    </p:embeddedFont>
    <p:embeddedFont>
      <p:font typeface="Poppins" panose="00000500000000000000" pitchFamily="2" charset="0"/>
      <p:regular r:id="rId23"/>
      <p:bold r:id="rId24"/>
      <p:italic r:id="rId25"/>
      <p:boldItalic r:id="rId26"/>
    </p:embeddedFont>
    <p:embeddedFont>
      <p:font typeface="Proxima Nova" panose="020B0604020202020204" charset="0"/>
      <p:regular r:id="rId27"/>
      <p:bold r:id="rId28"/>
      <p:italic r:id="rId29"/>
      <p:boldItalic r:id="rId30"/>
    </p:embeddedFont>
    <p:embeddedFont>
      <p:font typeface="Proxima Nova Semibold" panose="020B0604020202020204" charset="0"/>
      <p:regular r:id="rId31"/>
      <p:bold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7ECED31-040B-4B96-B264-8210C48EDFA1}">
  <a:tblStyle styleId="{37ECED31-040B-4B96-B264-8210C48EDFA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1CEE02A-BB42-442E-BC65-CD1E1F16B83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3557" autoAdjust="0"/>
  </p:normalViewPr>
  <p:slideViewPr>
    <p:cSldViewPr snapToGrid="0">
      <p:cViewPr varScale="1">
        <p:scale>
          <a:sx n="85" d="100"/>
          <a:sy n="85" d="100"/>
        </p:scale>
        <p:origin x="740" y="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6.fntdata"/><Relationship Id="rId21" Type="http://schemas.openxmlformats.org/officeDocument/2006/relationships/font" Target="fonts/font1.fntdata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11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UR HANAN BINTI HAMDAN" userId="611587a3-4fba-4630-aec7-8c82a5204456" providerId="ADAL" clId="{2AC34E7B-6C1E-4DA6-825C-8A4937CF5A27}"/>
    <pc:docChg chg="undo redo custSel addSld delSld modSld">
      <pc:chgData name="NUR HANAN BINTI HAMDAN" userId="611587a3-4fba-4630-aec7-8c82a5204456" providerId="ADAL" clId="{2AC34E7B-6C1E-4DA6-825C-8A4937CF5A27}" dt="2026-05-25T04:08:03.104" v="1108" actId="47"/>
      <pc:docMkLst>
        <pc:docMk/>
      </pc:docMkLst>
      <pc:sldChg chg="addSp delSp modSp mod">
        <pc:chgData name="NUR HANAN BINTI HAMDAN" userId="611587a3-4fba-4630-aec7-8c82a5204456" providerId="ADAL" clId="{2AC34E7B-6C1E-4DA6-825C-8A4937CF5A27}" dt="2026-05-25T04:03:18.430" v="825"/>
        <pc:sldMkLst>
          <pc:docMk/>
          <pc:sldMk cId="1322121361" sldId="313"/>
        </pc:sldMkLst>
        <pc:spChg chg="mod">
          <ac:chgData name="NUR HANAN BINTI HAMDAN" userId="611587a3-4fba-4630-aec7-8c82a5204456" providerId="ADAL" clId="{2AC34E7B-6C1E-4DA6-825C-8A4937CF5A27}" dt="2026-05-25T04:02:21.850" v="774" actId="20577"/>
          <ac:spMkLst>
            <pc:docMk/>
            <pc:sldMk cId="1322121361" sldId="313"/>
            <ac:spMk id="313" creationId="{59B53EE5-BB22-6FD1-CDD1-E9DBC2F4A411}"/>
          </ac:spMkLst>
        </pc:spChg>
        <pc:graphicFrameChg chg="del modGraphic">
          <ac:chgData name="NUR HANAN BINTI HAMDAN" userId="611587a3-4fba-4630-aec7-8c82a5204456" providerId="ADAL" clId="{2AC34E7B-6C1E-4DA6-825C-8A4937CF5A27}" dt="2026-05-25T04:03:17.697" v="824" actId="478"/>
          <ac:graphicFrameMkLst>
            <pc:docMk/>
            <pc:sldMk cId="1322121361" sldId="313"/>
            <ac:graphicFrameMk id="2" creationId="{E8E10628-4E2E-F85A-03C2-72161FD87324}"/>
          </ac:graphicFrameMkLst>
        </pc:graphicFrameChg>
        <pc:graphicFrameChg chg="add mod">
          <ac:chgData name="NUR HANAN BINTI HAMDAN" userId="611587a3-4fba-4630-aec7-8c82a5204456" providerId="ADAL" clId="{2AC34E7B-6C1E-4DA6-825C-8A4937CF5A27}" dt="2026-05-25T04:03:18.430" v="825"/>
          <ac:graphicFrameMkLst>
            <pc:docMk/>
            <pc:sldMk cId="1322121361" sldId="313"/>
            <ac:graphicFrameMk id="3" creationId="{F4D84D2E-4926-D791-E003-C03900EEC3B5}"/>
          </ac:graphicFrameMkLst>
        </pc:graphicFrameChg>
      </pc:sldChg>
      <pc:sldChg chg="delSp modSp mod">
        <pc:chgData name="NUR HANAN BINTI HAMDAN" userId="611587a3-4fba-4630-aec7-8c82a5204456" providerId="ADAL" clId="{2AC34E7B-6C1E-4DA6-825C-8A4937CF5A27}" dt="2026-05-25T04:04:38.475" v="934" actId="1076"/>
        <pc:sldMkLst>
          <pc:docMk/>
          <pc:sldMk cId="4044614358" sldId="329"/>
        </pc:sldMkLst>
        <pc:spChg chg="del">
          <ac:chgData name="NUR HANAN BINTI HAMDAN" userId="611587a3-4fba-4630-aec7-8c82a5204456" providerId="ADAL" clId="{2AC34E7B-6C1E-4DA6-825C-8A4937CF5A27}" dt="2026-05-25T04:04:20.542" v="933" actId="478"/>
          <ac:spMkLst>
            <pc:docMk/>
            <pc:sldMk cId="4044614358" sldId="329"/>
            <ac:spMk id="2" creationId="{9B2ED280-29D5-D17D-42CF-C6944859B78C}"/>
          </ac:spMkLst>
        </pc:spChg>
        <pc:spChg chg="del">
          <ac:chgData name="NUR HANAN BINTI HAMDAN" userId="611587a3-4fba-4630-aec7-8c82a5204456" providerId="ADAL" clId="{2AC34E7B-6C1E-4DA6-825C-8A4937CF5A27}" dt="2026-05-25T04:04:20.542" v="933" actId="478"/>
          <ac:spMkLst>
            <pc:docMk/>
            <pc:sldMk cId="4044614358" sldId="329"/>
            <ac:spMk id="3" creationId="{5505CF66-0447-6ECB-8128-DA3370526CE9}"/>
          </ac:spMkLst>
        </pc:spChg>
        <pc:spChg chg="del">
          <ac:chgData name="NUR HANAN BINTI HAMDAN" userId="611587a3-4fba-4630-aec7-8c82a5204456" providerId="ADAL" clId="{2AC34E7B-6C1E-4DA6-825C-8A4937CF5A27}" dt="2026-05-25T04:04:14.732" v="932" actId="478"/>
          <ac:spMkLst>
            <pc:docMk/>
            <pc:sldMk cId="4044614358" sldId="329"/>
            <ac:spMk id="4" creationId="{01112596-B3CE-EF80-5718-ED6ADD361999}"/>
          </ac:spMkLst>
        </pc:spChg>
        <pc:spChg chg="mod">
          <ac:chgData name="NUR HANAN BINTI HAMDAN" userId="611587a3-4fba-4630-aec7-8c82a5204456" providerId="ADAL" clId="{2AC34E7B-6C1E-4DA6-825C-8A4937CF5A27}" dt="2026-05-25T04:04:38.475" v="934" actId="1076"/>
          <ac:spMkLst>
            <pc:docMk/>
            <pc:sldMk cId="4044614358" sldId="329"/>
            <ac:spMk id="19" creationId="{A29F2A5B-04D0-7DA0-6B86-C9C19DFD2F50}"/>
          </ac:spMkLst>
        </pc:spChg>
        <pc:spChg chg="mod">
          <ac:chgData name="NUR HANAN BINTI HAMDAN" userId="611587a3-4fba-4630-aec7-8c82a5204456" providerId="ADAL" clId="{2AC34E7B-6C1E-4DA6-825C-8A4937CF5A27}" dt="2026-05-25T04:04:38.475" v="934" actId="1076"/>
          <ac:spMkLst>
            <pc:docMk/>
            <pc:sldMk cId="4044614358" sldId="329"/>
            <ac:spMk id="20" creationId="{105745DA-DCD6-407A-C20F-E9E37B9509E0}"/>
          </ac:spMkLst>
        </pc:spChg>
        <pc:spChg chg="mod">
          <ac:chgData name="NUR HANAN BINTI HAMDAN" userId="611587a3-4fba-4630-aec7-8c82a5204456" providerId="ADAL" clId="{2AC34E7B-6C1E-4DA6-825C-8A4937CF5A27}" dt="2026-05-25T04:04:38.475" v="934" actId="1076"/>
          <ac:spMkLst>
            <pc:docMk/>
            <pc:sldMk cId="4044614358" sldId="329"/>
            <ac:spMk id="21" creationId="{2A06F2A4-B7F1-D08A-64D9-87D674334C4B}"/>
          </ac:spMkLst>
        </pc:spChg>
        <pc:spChg chg="mod">
          <ac:chgData name="NUR HANAN BINTI HAMDAN" userId="611587a3-4fba-4630-aec7-8c82a5204456" providerId="ADAL" clId="{2AC34E7B-6C1E-4DA6-825C-8A4937CF5A27}" dt="2026-05-25T04:04:38.475" v="934" actId="1076"/>
          <ac:spMkLst>
            <pc:docMk/>
            <pc:sldMk cId="4044614358" sldId="329"/>
            <ac:spMk id="355" creationId="{E432208E-F9D9-7C50-AB9F-5B4D76BF2802}"/>
          </ac:spMkLst>
        </pc:spChg>
        <pc:spChg chg="mod">
          <ac:chgData name="NUR HANAN BINTI HAMDAN" userId="611587a3-4fba-4630-aec7-8c82a5204456" providerId="ADAL" clId="{2AC34E7B-6C1E-4DA6-825C-8A4937CF5A27}" dt="2026-05-25T04:04:38.475" v="934" actId="1076"/>
          <ac:spMkLst>
            <pc:docMk/>
            <pc:sldMk cId="4044614358" sldId="329"/>
            <ac:spMk id="356" creationId="{687B0115-68BA-2515-1F98-6B861EF56F01}"/>
          </ac:spMkLst>
        </pc:spChg>
        <pc:spChg chg="mod">
          <ac:chgData name="NUR HANAN BINTI HAMDAN" userId="611587a3-4fba-4630-aec7-8c82a5204456" providerId="ADAL" clId="{2AC34E7B-6C1E-4DA6-825C-8A4937CF5A27}" dt="2026-05-25T04:04:38.475" v="934" actId="1076"/>
          <ac:spMkLst>
            <pc:docMk/>
            <pc:sldMk cId="4044614358" sldId="329"/>
            <ac:spMk id="357" creationId="{84EB512F-6298-1737-9CD8-554147B995E3}"/>
          </ac:spMkLst>
        </pc:spChg>
        <pc:spChg chg="mod">
          <ac:chgData name="NUR HANAN BINTI HAMDAN" userId="611587a3-4fba-4630-aec7-8c82a5204456" providerId="ADAL" clId="{2AC34E7B-6C1E-4DA6-825C-8A4937CF5A27}" dt="2026-05-25T04:04:38.475" v="934" actId="1076"/>
          <ac:spMkLst>
            <pc:docMk/>
            <pc:sldMk cId="4044614358" sldId="329"/>
            <ac:spMk id="359" creationId="{B02A5E10-586F-E0FC-BCC0-7D8A159A42F4}"/>
          </ac:spMkLst>
        </pc:spChg>
        <pc:spChg chg="mod">
          <ac:chgData name="NUR HANAN BINTI HAMDAN" userId="611587a3-4fba-4630-aec7-8c82a5204456" providerId="ADAL" clId="{2AC34E7B-6C1E-4DA6-825C-8A4937CF5A27}" dt="2026-05-25T04:04:38.475" v="934" actId="1076"/>
          <ac:spMkLst>
            <pc:docMk/>
            <pc:sldMk cId="4044614358" sldId="329"/>
            <ac:spMk id="360" creationId="{BE799608-4588-33FF-AA65-CD63ABF944E7}"/>
          </ac:spMkLst>
        </pc:spChg>
        <pc:spChg chg="mod">
          <ac:chgData name="NUR HANAN BINTI HAMDAN" userId="611587a3-4fba-4630-aec7-8c82a5204456" providerId="ADAL" clId="{2AC34E7B-6C1E-4DA6-825C-8A4937CF5A27}" dt="2026-05-25T04:04:38.475" v="934" actId="1076"/>
          <ac:spMkLst>
            <pc:docMk/>
            <pc:sldMk cId="4044614358" sldId="329"/>
            <ac:spMk id="361" creationId="{8E1F0105-B9B0-B448-EEE6-5ED21B32FB64}"/>
          </ac:spMkLst>
        </pc:spChg>
      </pc:sldChg>
      <pc:sldChg chg="modSp mod">
        <pc:chgData name="NUR HANAN BINTI HAMDAN" userId="611587a3-4fba-4630-aec7-8c82a5204456" providerId="ADAL" clId="{2AC34E7B-6C1E-4DA6-825C-8A4937CF5A27}" dt="2026-05-25T04:07:20.171" v="1106" actId="20577"/>
        <pc:sldMkLst>
          <pc:docMk/>
          <pc:sldMk cId="2753670350" sldId="339"/>
        </pc:sldMkLst>
        <pc:spChg chg="mod">
          <ac:chgData name="NUR HANAN BINTI HAMDAN" userId="611587a3-4fba-4630-aec7-8c82a5204456" providerId="ADAL" clId="{2AC34E7B-6C1E-4DA6-825C-8A4937CF5A27}" dt="2026-05-25T04:07:20.171" v="1106" actId="20577"/>
          <ac:spMkLst>
            <pc:docMk/>
            <pc:sldMk cId="2753670350" sldId="339"/>
            <ac:spMk id="2" creationId="{DBD1D125-E439-7CFB-690A-9809EB752902}"/>
          </ac:spMkLst>
        </pc:spChg>
      </pc:sldChg>
      <pc:sldChg chg="modSp mod">
        <pc:chgData name="NUR HANAN BINTI HAMDAN" userId="611587a3-4fba-4630-aec7-8c82a5204456" providerId="ADAL" clId="{2AC34E7B-6C1E-4DA6-825C-8A4937CF5A27}" dt="2026-05-25T04:07:07.338" v="1098" actId="14100"/>
        <pc:sldMkLst>
          <pc:docMk/>
          <pc:sldMk cId="517681998" sldId="345"/>
        </pc:sldMkLst>
        <pc:graphicFrameChg chg="mod modGraphic">
          <ac:chgData name="NUR HANAN BINTI HAMDAN" userId="611587a3-4fba-4630-aec7-8c82a5204456" providerId="ADAL" clId="{2AC34E7B-6C1E-4DA6-825C-8A4937CF5A27}" dt="2026-05-25T04:07:07.338" v="1098" actId="14100"/>
          <ac:graphicFrameMkLst>
            <pc:docMk/>
            <pc:sldMk cId="517681998" sldId="345"/>
            <ac:graphicFrameMk id="3" creationId="{2E90AEE9-84EB-1750-A307-3A9F00B87DC0}"/>
          </ac:graphicFrameMkLst>
        </pc:graphicFrameChg>
      </pc:sldChg>
      <pc:sldChg chg="modSp mod">
        <pc:chgData name="NUR HANAN BINTI HAMDAN" userId="611587a3-4fba-4630-aec7-8c82a5204456" providerId="ADAL" clId="{2AC34E7B-6C1E-4DA6-825C-8A4937CF5A27}" dt="2026-05-25T04:07:56.621" v="1107" actId="20577"/>
        <pc:sldMkLst>
          <pc:docMk/>
          <pc:sldMk cId="1005533573" sldId="346"/>
        </pc:sldMkLst>
        <pc:spChg chg="mod">
          <ac:chgData name="NUR HANAN BINTI HAMDAN" userId="611587a3-4fba-4630-aec7-8c82a5204456" providerId="ADAL" clId="{2AC34E7B-6C1E-4DA6-825C-8A4937CF5A27}" dt="2026-05-25T04:07:56.621" v="1107" actId="20577"/>
          <ac:spMkLst>
            <pc:docMk/>
            <pc:sldMk cId="1005533573" sldId="346"/>
            <ac:spMk id="342" creationId="{EA47248E-0CEB-4B34-E5E9-E3B1C72DF6C2}"/>
          </ac:spMkLst>
        </pc:spChg>
      </pc:sldChg>
      <pc:sldChg chg="del">
        <pc:chgData name="NUR HANAN BINTI HAMDAN" userId="611587a3-4fba-4630-aec7-8c82a5204456" providerId="ADAL" clId="{2AC34E7B-6C1E-4DA6-825C-8A4937CF5A27}" dt="2026-05-25T04:02:11.585" v="772" actId="47"/>
        <pc:sldMkLst>
          <pc:docMk/>
          <pc:sldMk cId="3868109009" sldId="350"/>
        </pc:sldMkLst>
      </pc:sldChg>
      <pc:sldChg chg="modSp new del mod">
        <pc:chgData name="NUR HANAN BINTI HAMDAN" userId="611587a3-4fba-4630-aec7-8c82a5204456" providerId="ADAL" clId="{2AC34E7B-6C1E-4DA6-825C-8A4937CF5A27}" dt="2026-05-25T04:02:04.634" v="771" actId="47"/>
        <pc:sldMkLst>
          <pc:docMk/>
          <pc:sldMk cId="1597187640" sldId="352"/>
        </pc:sldMkLst>
      </pc:sldChg>
      <pc:sldChg chg="modSp new del mod">
        <pc:chgData name="NUR HANAN BINTI HAMDAN" userId="611587a3-4fba-4630-aec7-8c82a5204456" providerId="ADAL" clId="{2AC34E7B-6C1E-4DA6-825C-8A4937CF5A27}" dt="2026-05-25T04:08:03.104" v="1108" actId="47"/>
        <pc:sldMkLst>
          <pc:docMk/>
          <pc:sldMk cId="3079126027" sldId="35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>
          <a:extLst>
            <a:ext uri="{FF2B5EF4-FFF2-40B4-BE49-F238E27FC236}">
              <a16:creationId xmlns:a16="http://schemas.microsoft.com/office/drawing/2014/main" id="{422D2EF4-4ED0-A18B-565E-61AE8AB8F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d431007ba2_0_208:notes">
            <a:extLst>
              <a:ext uri="{FF2B5EF4-FFF2-40B4-BE49-F238E27FC236}">
                <a16:creationId xmlns:a16="http://schemas.microsoft.com/office/drawing/2014/main" id="{08661D3E-1B23-165F-A1C0-AF691D6655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d431007ba2_0_208:notes">
            <a:extLst>
              <a:ext uri="{FF2B5EF4-FFF2-40B4-BE49-F238E27FC236}">
                <a16:creationId xmlns:a16="http://schemas.microsoft.com/office/drawing/2014/main" id="{93604BDE-9C4B-14BB-1B0C-FDB97E7A73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716401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>
          <a:extLst>
            <a:ext uri="{FF2B5EF4-FFF2-40B4-BE49-F238E27FC236}">
              <a16:creationId xmlns:a16="http://schemas.microsoft.com/office/drawing/2014/main" id="{0A176B18-7F7F-58C1-E2DB-E9F57586E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54dda1946d_6_332:notes">
            <a:extLst>
              <a:ext uri="{FF2B5EF4-FFF2-40B4-BE49-F238E27FC236}">
                <a16:creationId xmlns:a16="http://schemas.microsoft.com/office/drawing/2014/main" id="{E0D4945E-D400-BFDE-634B-766D3A9BEA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54dda1946d_6_332:notes">
            <a:extLst>
              <a:ext uri="{FF2B5EF4-FFF2-40B4-BE49-F238E27FC236}">
                <a16:creationId xmlns:a16="http://schemas.microsoft.com/office/drawing/2014/main" id="{D732A31A-B680-6524-A4F9-7CE4B191D1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386972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>
          <a:extLst>
            <a:ext uri="{FF2B5EF4-FFF2-40B4-BE49-F238E27FC236}">
              <a16:creationId xmlns:a16="http://schemas.microsoft.com/office/drawing/2014/main" id="{85C490FC-443B-4D25-203D-027A451B2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54dda1946d_6_308:notes">
            <a:extLst>
              <a:ext uri="{FF2B5EF4-FFF2-40B4-BE49-F238E27FC236}">
                <a16:creationId xmlns:a16="http://schemas.microsoft.com/office/drawing/2014/main" id="{0BDE2BB6-D9A6-612A-09C4-443D46A796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54dda1946d_6_308:notes">
            <a:extLst>
              <a:ext uri="{FF2B5EF4-FFF2-40B4-BE49-F238E27FC236}">
                <a16:creationId xmlns:a16="http://schemas.microsoft.com/office/drawing/2014/main" id="{78C3E703-DD1C-1002-0061-69069F0F7D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503992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>
          <a:extLst>
            <a:ext uri="{FF2B5EF4-FFF2-40B4-BE49-F238E27FC236}">
              <a16:creationId xmlns:a16="http://schemas.microsoft.com/office/drawing/2014/main" id="{A0352CF5-C1BB-4710-E231-17A39CDE3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d431007ba2_0_208:notes">
            <a:extLst>
              <a:ext uri="{FF2B5EF4-FFF2-40B4-BE49-F238E27FC236}">
                <a16:creationId xmlns:a16="http://schemas.microsoft.com/office/drawing/2014/main" id="{19281579-F614-DCDB-0D60-C0A9C81EE5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d431007ba2_0_208:notes">
            <a:extLst>
              <a:ext uri="{FF2B5EF4-FFF2-40B4-BE49-F238E27FC236}">
                <a16:creationId xmlns:a16="http://schemas.microsoft.com/office/drawing/2014/main" id="{FD5A505F-5F45-3B0F-E53F-D24558C110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67835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E9BCB758-22C0-04F1-91E7-B7D883373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54dda1946d_6_322:notes">
            <a:extLst>
              <a:ext uri="{FF2B5EF4-FFF2-40B4-BE49-F238E27FC236}">
                <a16:creationId xmlns:a16="http://schemas.microsoft.com/office/drawing/2014/main" id="{A62F508D-35A4-AEBE-A288-A6793A70EA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54dda1946d_6_322:notes">
            <a:extLst>
              <a:ext uri="{FF2B5EF4-FFF2-40B4-BE49-F238E27FC236}">
                <a16:creationId xmlns:a16="http://schemas.microsoft.com/office/drawing/2014/main" id="{0E20A5D4-F2F1-5428-FD4D-2968486172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51825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61075F69-67EA-6ABC-658A-BEF41CBE4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54dda1946d_6_322:notes">
            <a:extLst>
              <a:ext uri="{FF2B5EF4-FFF2-40B4-BE49-F238E27FC236}">
                <a16:creationId xmlns:a16="http://schemas.microsoft.com/office/drawing/2014/main" id="{21088DDE-90DC-2D69-65A7-123A58DABE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54dda1946d_6_322:notes">
            <a:extLst>
              <a:ext uri="{FF2B5EF4-FFF2-40B4-BE49-F238E27FC236}">
                <a16:creationId xmlns:a16="http://schemas.microsoft.com/office/drawing/2014/main" id="{E1BDC945-1D8B-EC0C-01D1-8737010FE2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86643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EC5FD8BE-3358-2DB5-CAB6-FD4DDF827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54dda1946d_6_322:notes">
            <a:extLst>
              <a:ext uri="{FF2B5EF4-FFF2-40B4-BE49-F238E27FC236}">
                <a16:creationId xmlns:a16="http://schemas.microsoft.com/office/drawing/2014/main" id="{F3FCB948-13FF-CEEC-525B-78FAD6E17F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54dda1946d_6_322:notes">
            <a:extLst>
              <a:ext uri="{FF2B5EF4-FFF2-40B4-BE49-F238E27FC236}">
                <a16:creationId xmlns:a16="http://schemas.microsoft.com/office/drawing/2014/main" id="{4523C63E-7DFD-D02B-78EF-A1B20EF22B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22940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84CD3065-3962-3C1E-8487-7E099EAB7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54dda1946d_6_322:notes">
            <a:extLst>
              <a:ext uri="{FF2B5EF4-FFF2-40B4-BE49-F238E27FC236}">
                <a16:creationId xmlns:a16="http://schemas.microsoft.com/office/drawing/2014/main" id="{D5281E2F-5F8A-C61D-98BF-636FE0C24E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54dda1946d_6_322:notes">
            <a:extLst>
              <a:ext uri="{FF2B5EF4-FFF2-40B4-BE49-F238E27FC236}">
                <a16:creationId xmlns:a16="http://schemas.microsoft.com/office/drawing/2014/main" id="{B60CF6C2-1054-F0B0-9813-6F731FBBA4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79295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05101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8D846-F485-8ED3-76A6-24CBBD737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07658D-77FA-88E7-DA25-1AB74BE502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3B1D4F-5155-3CD3-967F-524F404545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95469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1" name="Google Shape;7991;g1e7f3938c53_0_176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92" name="Google Shape;7992;g1e7f3938c53_0_176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972300" y="1482800"/>
            <a:ext cx="7199400" cy="147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72300" y="3239202"/>
            <a:ext cx="7199400" cy="421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-6825" y="1613"/>
            <a:ext cx="9163538" cy="5147081"/>
            <a:chOff x="-21325" y="-6819"/>
            <a:chExt cx="9163538" cy="5147081"/>
          </a:xfrm>
        </p:grpSpPr>
        <p:grpSp>
          <p:nvGrpSpPr>
            <p:cNvPr id="13" name="Google Shape;13;p2"/>
            <p:cNvGrpSpPr/>
            <p:nvPr/>
          </p:nvGrpSpPr>
          <p:grpSpPr>
            <a:xfrm>
              <a:off x="2626712" y="4610687"/>
              <a:ext cx="6515501" cy="529575"/>
              <a:chOff x="2626712" y="4610687"/>
              <a:chExt cx="6515501" cy="529575"/>
            </a:xfrm>
          </p:grpSpPr>
          <p:pic>
            <p:nvPicPr>
              <p:cNvPr id="14" name="Google Shape;14;p2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 rot="10800000">
                <a:off x="2626712" y="4610687"/>
                <a:ext cx="6515501" cy="5295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" name="Google Shape;15;p2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 rot="10800000">
                <a:off x="7293388" y="4840980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6" name="Google Shape;16;p2"/>
            <p:cNvGrpSpPr/>
            <p:nvPr/>
          </p:nvGrpSpPr>
          <p:grpSpPr>
            <a:xfrm>
              <a:off x="-21325" y="-6819"/>
              <a:ext cx="6523526" cy="536050"/>
              <a:chOff x="-21325" y="-6819"/>
              <a:chExt cx="6523526" cy="536050"/>
            </a:xfrm>
          </p:grpSpPr>
          <p:pic>
            <p:nvPicPr>
              <p:cNvPr id="17" name="Google Shape;17;p2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-21325" y="-6819"/>
                <a:ext cx="6523526" cy="5360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" name="Google Shape;18;p2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243800" y="239786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9" name="Google Shape;19;p2"/>
          <p:cNvGrpSpPr/>
          <p:nvPr/>
        </p:nvGrpSpPr>
        <p:grpSpPr>
          <a:xfrm>
            <a:off x="-6819" y="-7400"/>
            <a:ext cx="9157637" cy="5158300"/>
            <a:chOff x="0" y="0"/>
            <a:chExt cx="9157637" cy="5158300"/>
          </a:xfrm>
        </p:grpSpPr>
        <p:pic>
          <p:nvPicPr>
            <p:cNvPr id="20" name="Google Shape;20;p2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906088" y="0"/>
              <a:ext cx="1251550" cy="1251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2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0" y="3906750"/>
              <a:ext cx="1251550" cy="12515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71225" y="0"/>
            <a:ext cx="972775" cy="9727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" name="Google Shape;25;p3"/>
          <p:cNvGrpSpPr/>
          <p:nvPr/>
        </p:nvGrpSpPr>
        <p:grpSpPr>
          <a:xfrm>
            <a:off x="4303195" y="4617494"/>
            <a:ext cx="4845850" cy="529600"/>
            <a:chOff x="4296376" y="4610675"/>
            <a:chExt cx="4845850" cy="529600"/>
          </a:xfrm>
        </p:grpSpPr>
        <p:pic>
          <p:nvPicPr>
            <p:cNvPr id="26" name="Google Shape;26;p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0800000">
              <a:off x="4296376" y="4610675"/>
              <a:ext cx="4845850" cy="529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" name="Google Shape;27;p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7293388" y="4840980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" name="Google Shape;28;p3"/>
          <p:cNvSpPr txBox="1">
            <a:spLocks noGrp="1"/>
          </p:cNvSpPr>
          <p:nvPr>
            <p:ph type="title"/>
          </p:nvPr>
        </p:nvSpPr>
        <p:spPr>
          <a:xfrm>
            <a:off x="4047175" y="2409650"/>
            <a:ext cx="4383600" cy="139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title" idx="2" hasCustomPrompt="1"/>
          </p:nvPr>
        </p:nvSpPr>
        <p:spPr>
          <a:xfrm>
            <a:off x="5690275" y="1037350"/>
            <a:ext cx="1097400" cy="1097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0" name="Google Shape;30;p3"/>
          <p:cNvSpPr>
            <a:spLocks noGrp="1"/>
          </p:cNvSpPr>
          <p:nvPr>
            <p:ph type="pic" idx="3"/>
          </p:nvPr>
        </p:nvSpPr>
        <p:spPr>
          <a:xfrm>
            <a:off x="713225" y="539500"/>
            <a:ext cx="2760600" cy="40644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>
            <a:spLocks noGrp="1"/>
          </p:cNvSpPr>
          <p:nvPr>
            <p:ph type="title"/>
          </p:nvPr>
        </p:nvSpPr>
        <p:spPr>
          <a:xfrm>
            <a:off x="713225" y="987538"/>
            <a:ext cx="4294800" cy="106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7"/>
          <p:cNvSpPr txBox="1">
            <a:spLocks noGrp="1"/>
          </p:cNvSpPr>
          <p:nvPr>
            <p:ph type="subTitle" idx="1"/>
          </p:nvPr>
        </p:nvSpPr>
        <p:spPr>
          <a:xfrm>
            <a:off x="713225" y="2109663"/>
            <a:ext cx="4294800" cy="250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60" name="Google Shape;60;p7"/>
          <p:cNvSpPr>
            <a:spLocks noGrp="1"/>
          </p:cNvSpPr>
          <p:nvPr>
            <p:ph type="pic" idx="2"/>
          </p:nvPr>
        </p:nvSpPr>
        <p:spPr>
          <a:xfrm>
            <a:off x="5643775" y="539500"/>
            <a:ext cx="2787000" cy="40644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  <p:pic>
        <p:nvPicPr>
          <p:cNvPr id="61" name="Google Shape;61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 flipH="1">
            <a:off x="-25" y="4170725"/>
            <a:ext cx="972775" cy="97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7"/>
          <p:cNvPicPr preferRelativeResize="0"/>
          <p:nvPr/>
        </p:nvPicPr>
        <p:blipFill rotWithShape="1">
          <a:blip r:embed="rId4">
            <a:alphaModFix/>
          </a:blip>
          <a:srcRect t="129" b="129"/>
          <a:stretch/>
        </p:blipFill>
        <p:spPr>
          <a:xfrm rot="-5400000">
            <a:off x="7509601" y="3503753"/>
            <a:ext cx="1716695" cy="130794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" name="Google Shape;63;p7"/>
          <p:cNvGrpSpPr/>
          <p:nvPr/>
        </p:nvGrpSpPr>
        <p:grpSpPr>
          <a:xfrm>
            <a:off x="0" y="0"/>
            <a:ext cx="5837899" cy="536050"/>
            <a:chOff x="0" y="0"/>
            <a:chExt cx="5837899" cy="536050"/>
          </a:xfrm>
        </p:grpSpPr>
        <p:pic>
          <p:nvPicPr>
            <p:cNvPr id="64" name="Google Shape;64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0" y="0"/>
              <a:ext cx="5837899" cy="536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" name="Google Shape;65;p7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65125" y="24660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3">
            <a:alphaModFix/>
          </a:blip>
          <a:srcRect b="22420"/>
          <a:stretch/>
        </p:blipFill>
        <p:spPr>
          <a:xfrm rot="5400000">
            <a:off x="-257665" y="461283"/>
            <a:ext cx="1768000" cy="10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7890675" y="0"/>
            <a:ext cx="1251550" cy="1251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1" name="Google Shape;71;p8"/>
          <p:cNvGrpSpPr/>
          <p:nvPr/>
        </p:nvGrpSpPr>
        <p:grpSpPr>
          <a:xfrm>
            <a:off x="3881699" y="4752250"/>
            <a:ext cx="5260526" cy="388025"/>
            <a:chOff x="3881699" y="4752250"/>
            <a:chExt cx="5260526" cy="388025"/>
          </a:xfrm>
        </p:grpSpPr>
        <p:pic>
          <p:nvPicPr>
            <p:cNvPr id="72" name="Google Shape;72;p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3881699" y="4752250"/>
              <a:ext cx="5260526" cy="388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" name="Google Shape;73;p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>
              <a:off x="7293388" y="4911768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78" name="Google Shape;78;p9"/>
          <p:cNvGrpSpPr/>
          <p:nvPr/>
        </p:nvGrpSpPr>
        <p:grpSpPr>
          <a:xfrm>
            <a:off x="-1" y="2100"/>
            <a:ext cx="9144001" cy="5141388"/>
            <a:chOff x="-1" y="2100"/>
            <a:chExt cx="9144001" cy="5141388"/>
          </a:xfrm>
        </p:grpSpPr>
        <p:pic>
          <p:nvPicPr>
            <p:cNvPr id="79" name="Google Shape;7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5400000" flipH="1">
              <a:off x="8171225" y="210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5400000" flipH="1">
              <a:off x="-1" y="4170713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1" name="Google Shape;81;p9"/>
          <p:cNvGrpSpPr/>
          <p:nvPr/>
        </p:nvGrpSpPr>
        <p:grpSpPr>
          <a:xfrm rot="10800000">
            <a:off x="0" y="2100"/>
            <a:ext cx="4881173" cy="365700"/>
            <a:chOff x="4261050" y="4610675"/>
            <a:chExt cx="4881173" cy="365700"/>
          </a:xfrm>
        </p:grpSpPr>
        <p:pic>
          <p:nvPicPr>
            <p:cNvPr id="82" name="Google Shape;82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4261050" y="4610675"/>
              <a:ext cx="4881173" cy="365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" name="Google Shape;83;p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>
              <a:off x="7293388" y="4759030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86" name="Google Shape;86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1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17" name="Google Shape;217;p21"/>
          <p:cNvGrpSpPr/>
          <p:nvPr/>
        </p:nvGrpSpPr>
        <p:grpSpPr>
          <a:xfrm>
            <a:off x="0" y="0"/>
            <a:ext cx="6523526" cy="369900"/>
            <a:chOff x="0" y="0"/>
            <a:chExt cx="6523526" cy="369900"/>
          </a:xfrm>
        </p:grpSpPr>
        <p:pic>
          <p:nvPicPr>
            <p:cNvPr id="218" name="Google Shape;218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9" name="Google Shape;219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0" name="Google Shape;220;p21"/>
          <p:cNvGrpSpPr/>
          <p:nvPr/>
        </p:nvGrpSpPr>
        <p:grpSpPr>
          <a:xfrm>
            <a:off x="0" y="0"/>
            <a:ext cx="9144000" cy="5143512"/>
            <a:chOff x="0" y="0"/>
            <a:chExt cx="9144000" cy="5143512"/>
          </a:xfrm>
        </p:grpSpPr>
        <p:pic>
          <p:nvPicPr>
            <p:cNvPr id="221" name="Google Shape;221;p2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171225" y="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2" name="Google Shape;222;p2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0" y="4170737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8"/>
          <p:cNvPicPr preferRelativeResize="0"/>
          <p:nvPr/>
        </p:nvPicPr>
        <p:blipFill rotWithShape="1">
          <a:blip r:embed="rId3">
            <a:alphaModFix/>
          </a:blip>
          <a:srcRect t="129" b="129"/>
          <a:stretch/>
        </p:blipFill>
        <p:spPr>
          <a:xfrm rot="-5400000">
            <a:off x="-145124" y="3582752"/>
            <a:ext cx="1716695" cy="13079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06088" y="-13650"/>
            <a:ext cx="1251550" cy="1251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3" name="Google Shape;283;p28"/>
          <p:cNvGrpSpPr/>
          <p:nvPr/>
        </p:nvGrpSpPr>
        <p:grpSpPr>
          <a:xfrm>
            <a:off x="0" y="-13638"/>
            <a:ext cx="8878852" cy="4923618"/>
            <a:chOff x="0" y="-13638"/>
            <a:chExt cx="8878852" cy="4923618"/>
          </a:xfrm>
        </p:grpSpPr>
        <p:pic>
          <p:nvPicPr>
            <p:cNvPr id="284" name="Google Shape;284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7293388" y="4840980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85" name="Google Shape;285;p28"/>
            <p:cNvGrpSpPr/>
            <p:nvPr/>
          </p:nvGrpSpPr>
          <p:grpSpPr>
            <a:xfrm>
              <a:off x="0" y="-13638"/>
              <a:ext cx="6523526" cy="536050"/>
              <a:chOff x="0" y="-13638"/>
              <a:chExt cx="6523526" cy="536050"/>
            </a:xfrm>
          </p:grpSpPr>
          <p:pic>
            <p:nvPicPr>
              <p:cNvPr id="286" name="Google Shape;286;p28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0" y="-13638"/>
                <a:ext cx="6523526" cy="5360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7" name="Google Shape;287;p28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265125" y="232968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9"/>
          <p:cNvPicPr preferRelativeResize="0"/>
          <p:nvPr/>
        </p:nvPicPr>
        <p:blipFill rotWithShape="1">
          <a:blip r:embed="rId3">
            <a:alphaModFix/>
          </a:blip>
          <a:srcRect l="73637" t="129" b="129"/>
          <a:stretch/>
        </p:blipFill>
        <p:spPr>
          <a:xfrm>
            <a:off x="8632789" y="38875"/>
            <a:ext cx="452574" cy="13079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1" name="Google Shape;291;p29"/>
          <p:cNvGrpSpPr/>
          <p:nvPr/>
        </p:nvGrpSpPr>
        <p:grpSpPr>
          <a:xfrm>
            <a:off x="-26" y="-20456"/>
            <a:ext cx="972776" cy="5162894"/>
            <a:chOff x="-26" y="-20456"/>
            <a:chExt cx="972776" cy="5162894"/>
          </a:xfrm>
        </p:grpSpPr>
        <p:pic>
          <p:nvPicPr>
            <p:cNvPr id="292" name="Google Shape;292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-25" y="-20456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3" name="Google Shape;293;p2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5400000" flipH="1">
              <a:off x="-26" y="4169663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4" name="Google Shape;294;p29"/>
          <p:cNvGrpSpPr/>
          <p:nvPr/>
        </p:nvGrpSpPr>
        <p:grpSpPr>
          <a:xfrm rot="10800000">
            <a:off x="5368113" y="4784100"/>
            <a:ext cx="3789523" cy="359400"/>
            <a:chOff x="-13638" y="0"/>
            <a:chExt cx="3789523" cy="359400"/>
          </a:xfrm>
        </p:grpSpPr>
        <p:pic>
          <p:nvPicPr>
            <p:cNvPr id="295" name="Google Shape;295;p2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-13638" y="0"/>
              <a:ext cx="3789523" cy="359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6" name="Google Shape;296;p29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265125" y="14520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5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ubTitle" idx="1"/>
          </p:nvPr>
        </p:nvSpPr>
        <p:spPr>
          <a:xfrm>
            <a:off x="3553500" y="3054555"/>
            <a:ext cx="47871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subTitle" idx="2"/>
          </p:nvPr>
        </p:nvSpPr>
        <p:spPr>
          <a:xfrm>
            <a:off x="3553500" y="1649136"/>
            <a:ext cx="47871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subTitle" idx="3"/>
          </p:nvPr>
        </p:nvSpPr>
        <p:spPr>
          <a:xfrm>
            <a:off x="1859700" y="1649136"/>
            <a:ext cx="15414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ubTitle" idx="4"/>
          </p:nvPr>
        </p:nvSpPr>
        <p:spPr>
          <a:xfrm>
            <a:off x="1859700" y="3054549"/>
            <a:ext cx="15414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grpSp>
        <p:nvGrpSpPr>
          <p:cNvPr id="47" name="Google Shape;47;p5"/>
          <p:cNvGrpSpPr/>
          <p:nvPr/>
        </p:nvGrpSpPr>
        <p:grpSpPr>
          <a:xfrm rot="10800000">
            <a:off x="2620475" y="4773475"/>
            <a:ext cx="6523526" cy="369900"/>
            <a:chOff x="0" y="0"/>
            <a:chExt cx="6523526" cy="369900"/>
          </a:xfrm>
        </p:grpSpPr>
        <p:pic>
          <p:nvPicPr>
            <p:cNvPr id="48" name="Google Shape;48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" name="Google Shape;49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0" name="Google Shape;50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4170737"/>
            <a:ext cx="972775" cy="9727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857654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3" r:id="rId3"/>
    <p:sldLayoutId id="2147483654" r:id="rId4"/>
    <p:sldLayoutId id="2147483655" r:id="rId5"/>
    <p:sldLayoutId id="2147483656" r:id="rId6"/>
    <p:sldLayoutId id="2147483658" r:id="rId7"/>
    <p:sldLayoutId id="2147483667" r:id="rId8"/>
    <p:sldLayoutId id="2147483674" r:id="rId9"/>
    <p:sldLayoutId id="2147483675" r:id="rId10"/>
    <p:sldLayoutId id="2147483680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0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299" name="Google Shape;299;p30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6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marugoto.jpf.go.jp/assets/docs/download/starter_a/MarugotoStarterWordbook_EN.pdf" TargetMode="External"/><Relationship Id="rId2" Type="http://schemas.openxmlformats.org/officeDocument/2006/relationships/hyperlink" Target="https://nipponcat.wordpress.com/lessons/vocabulary/colors/" TargetMode="Externa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PfT4lq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3"/>
          <p:cNvSpPr txBox="1">
            <a:spLocks noGrp="1"/>
          </p:cNvSpPr>
          <p:nvPr>
            <p:ph type="ctrTitle"/>
          </p:nvPr>
        </p:nvSpPr>
        <p:spPr>
          <a:xfrm>
            <a:off x="972300" y="1482800"/>
            <a:ext cx="7199400" cy="147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BASIC JAPANESE LANGUAGE</a:t>
            </a:r>
            <a:endParaRPr dirty="0"/>
          </a:p>
        </p:txBody>
      </p:sp>
      <p:sp>
        <p:nvSpPr>
          <p:cNvPr id="308" name="Google Shape;308;p33"/>
          <p:cNvSpPr txBox="1">
            <a:spLocks noGrp="1"/>
          </p:cNvSpPr>
          <p:nvPr>
            <p:ph type="subTitle" idx="1"/>
          </p:nvPr>
        </p:nvSpPr>
        <p:spPr>
          <a:xfrm>
            <a:off x="972300" y="3239202"/>
            <a:ext cx="7199400" cy="42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GLT1031 </a:t>
            </a:r>
            <a:r>
              <a:rPr lang="en-US" dirty="0"/>
              <a:t>(</a:t>
            </a:r>
            <a:r>
              <a:rPr lang="en-US"/>
              <a:t>WEEK 8)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>
          <a:extLst>
            <a:ext uri="{FF2B5EF4-FFF2-40B4-BE49-F238E27FC236}">
              <a16:creationId xmlns:a16="http://schemas.microsoft.com/office/drawing/2014/main" id="{27F3E486-10B6-B953-AA01-7004D72A9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4">
            <a:extLst>
              <a:ext uri="{FF2B5EF4-FFF2-40B4-BE49-F238E27FC236}">
                <a16:creationId xmlns:a16="http://schemas.microsoft.com/office/drawing/2014/main" id="{59B53EE5-BB22-6FD1-CDD1-E9DBC2F4A4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PREVIOUS CONTENT (LESSON 6)</a:t>
            </a:r>
            <a:endParaRPr dirty="0"/>
          </a:p>
        </p:txBody>
      </p:sp>
      <p:graphicFrame>
        <p:nvGraphicFramePr>
          <p:cNvPr id="3" name="Google Shape;314;p34">
            <a:extLst>
              <a:ext uri="{FF2B5EF4-FFF2-40B4-BE49-F238E27FC236}">
                <a16:creationId xmlns:a16="http://schemas.microsoft.com/office/drawing/2014/main" id="{F4D84D2E-4926-D791-E003-C03900EEC3B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9718049"/>
              </p:ext>
            </p:extLst>
          </p:nvPr>
        </p:nvGraphicFramePr>
        <p:xfrm>
          <a:off x="720000" y="1423284"/>
          <a:ext cx="7704000" cy="2973787"/>
        </p:xfrm>
        <a:graphic>
          <a:graphicData uri="http://schemas.openxmlformats.org/drawingml/2006/table">
            <a:tbl>
              <a:tblPr>
                <a:noFill/>
                <a:tableStyleId>{37ECED31-040B-4B96-B264-8210C48EDFA1}</a:tableStyleId>
              </a:tblPr>
              <a:tblGrid>
                <a:gridCol w="2305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8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552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sng" dirty="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About topic :</a:t>
                      </a:r>
                      <a:endParaRPr sz="1400" b="1" u="sng" dirty="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To talk about your favorite dish and where to eat for lunch</a:t>
                      </a:r>
                      <a:endParaRPr sz="1400" dirty="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826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sng" dirty="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Grammar :</a:t>
                      </a:r>
                      <a:endParaRPr sz="1400" b="1" u="sng" dirty="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Font typeface="+mj-lt"/>
                        <a:buAutoNum type="arabicPeriod"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Talk about likes &amp; dislikes (specific</a:t>
                      </a:r>
                      <a:r>
                        <a:rPr lang="ja-JP" altLang="en-US" sz="14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</a:t>
                      </a:r>
                      <a:r>
                        <a:rPr lang="en-US" altLang="ja-JP" sz="14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category</a:t>
                      </a:r>
                      <a:r>
                        <a:rPr lang="en-US" sz="14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)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Talk about where one eats or drinks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Give opinion, thoughts or description on something</a:t>
                      </a: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2121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>
          <a:extLst>
            <a:ext uri="{FF2B5EF4-FFF2-40B4-BE49-F238E27FC236}">
              <a16:creationId xmlns:a16="http://schemas.microsoft.com/office/drawing/2014/main" id="{4C9157CD-5DBE-6E2F-DE34-8F709F4C6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8">
            <a:extLst>
              <a:ext uri="{FF2B5EF4-FFF2-40B4-BE49-F238E27FC236}">
                <a16:creationId xmlns:a16="http://schemas.microsoft.com/office/drawing/2014/main" id="{E432208E-F9D9-7C50-AB9F-5B4D76BF2802}"/>
              </a:ext>
            </a:extLst>
          </p:cNvPr>
          <p:cNvSpPr/>
          <p:nvPr/>
        </p:nvSpPr>
        <p:spPr>
          <a:xfrm>
            <a:off x="1223099" y="1955522"/>
            <a:ext cx="789188" cy="43540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6" name="Google Shape;356;p38">
            <a:extLst>
              <a:ext uri="{FF2B5EF4-FFF2-40B4-BE49-F238E27FC236}">
                <a16:creationId xmlns:a16="http://schemas.microsoft.com/office/drawing/2014/main" id="{687B0115-68BA-2515-1F98-6B861EF56F01}"/>
              </a:ext>
            </a:extLst>
          </p:cNvPr>
          <p:cNvSpPr/>
          <p:nvPr/>
        </p:nvSpPr>
        <p:spPr>
          <a:xfrm>
            <a:off x="1223102" y="2714479"/>
            <a:ext cx="789188" cy="43540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7" name="Google Shape;357;p38">
            <a:extLst>
              <a:ext uri="{FF2B5EF4-FFF2-40B4-BE49-F238E27FC236}">
                <a16:creationId xmlns:a16="http://schemas.microsoft.com/office/drawing/2014/main" id="{84EB512F-6298-1737-9CD8-554147B995E3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2279401" y="2714479"/>
            <a:ext cx="1345784" cy="43540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Q2</a:t>
            </a:r>
            <a:endParaRPr dirty="0"/>
          </a:p>
        </p:txBody>
      </p:sp>
      <p:sp>
        <p:nvSpPr>
          <p:cNvPr id="358" name="Google Shape;358;p38">
            <a:extLst>
              <a:ext uri="{FF2B5EF4-FFF2-40B4-BE49-F238E27FC236}">
                <a16:creationId xmlns:a16="http://schemas.microsoft.com/office/drawing/2014/main" id="{087C720F-3A6C-EA74-23C2-2CA3392CCC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dirty="0"/>
              <a:t>復習しましょう・ふくしゅうしましょう</a:t>
            </a:r>
            <a:endParaRPr dirty="0"/>
          </a:p>
        </p:txBody>
      </p:sp>
      <p:sp>
        <p:nvSpPr>
          <p:cNvPr id="359" name="Google Shape;359;p38">
            <a:extLst>
              <a:ext uri="{FF2B5EF4-FFF2-40B4-BE49-F238E27FC236}">
                <a16:creationId xmlns:a16="http://schemas.microsoft.com/office/drawing/2014/main" id="{B02A5E10-586F-E0FC-BCC0-7D8A159A42F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973200" y="2714485"/>
            <a:ext cx="4450800" cy="43540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600" dirty="0"/>
              <a:t>きょうどこでひるごはんをたべますか</a:t>
            </a:r>
            <a:endParaRPr sz="1600" dirty="0"/>
          </a:p>
        </p:txBody>
      </p:sp>
      <p:sp>
        <p:nvSpPr>
          <p:cNvPr id="360" name="Google Shape;360;p38">
            <a:extLst>
              <a:ext uri="{FF2B5EF4-FFF2-40B4-BE49-F238E27FC236}">
                <a16:creationId xmlns:a16="http://schemas.microsoft.com/office/drawing/2014/main" id="{BE799608-4588-33FF-AA65-CD63ABF944E7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973199" y="1955522"/>
            <a:ext cx="4179579" cy="43540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600" dirty="0"/>
              <a:t>すきなりょうりはなんですか</a:t>
            </a:r>
            <a:endParaRPr lang="en-US" altLang="ja-JP" sz="1600" dirty="0"/>
          </a:p>
        </p:txBody>
      </p:sp>
      <p:sp>
        <p:nvSpPr>
          <p:cNvPr id="361" name="Google Shape;361;p38">
            <a:extLst>
              <a:ext uri="{FF2B5EF4-FFF2-40B4-BE49-F238E27FC236}">
                <a16:creationId xmlns:a16="http://schemas.microsoft.com/office/drawing/2014/main" id="{8E1F0105-B9B0-B448-EEE6-5ED21B32FB64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2279400" y="1955522"/>
            <a:ext cx="1345784" cy="43540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Q1</a:t>
            </a:r>
            <a:endParaRPr dirty="0"/>
          </a:p>
        </p:txBody>
      </p:sp>
      <p:sp>
        <p:nvSpPr>
          <p:cNvPr id="19" name="Google Shape;356;p38">
            <a:extLst>
              <a:ext uri="{FF2B5EF4-FFF2-40B4-BE49-F238E27FC236}">
                <a16:creationId xmlns:a16="http://schemas.microsoft.com/office/drawing/2014/main" id="{A29F2A5B-04D0-7DA0-6B86-C9C19DFD2F50}"/>
              </a:ext>
            </a:extLst>
          </p:cNvPr>
          <p:cNvSpPr/>
          <p:nvPr/>
        </p:nvSpPr>
        <p:spPr>
          <a:xfrm>
            <a:off x="1223099" y="3473442"/>
            <a:ext cx="789188" cy="43540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" name="Google Shape;357;p38">
            <a:extLst>
              <a:ext uri="{FF2B5EF4-FFF2-40B4-BE49-F238E27FC236}">
                <a16:creationId xmlns:a16="http://schemas.microsoft.com/office/drawing/2014/main" id="{105745DA-DCD6-407A-C20F-E9E37B9509E0}"/>
              </a:ext>
            </a:extLst>
          </p:cNvPr>
          <p:cNvSpPr txBox="1">
            <a:spLocks/>
          </p:cNvSpPr>
          <p:nvPr/>
        </p:nvSpPr>
        <p:spPr>
          <a:xfrm>
            <a:off x="2279398" y="3473442"/>
            <a:ext cx="1345784" cy="435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1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en-US" dirty="0"/>
              <a:t>Q3</a:t>
            </a:r>
          </a:p>
        </p:txBody>
      </p:sp>
      <p:sp>
        <p:nvSpPr>
          <p:cNvPr id="21" name="Google Shape;359;p38">
            <a:extLst>
              <a:ext uri="{FF2B5EF4-FFF2-40B4-BE49-F238E27FC236}">
                <a16:creationId xmlns:a16="http://schemas.microsoft.com/office/drawing/2014/main" id="{2A06F2A4-B7F1-D08A-64D9-87D674334C4B}"/>
              </a:ext>
            </a:extLst>
          </p:cNvPr>
          <p:cNvSpPr txBox="1">
            <a:spLocks/>
          </p:cNvSpPr>
          <p:nvPr/>
        </p:nvSpPr>
        <p:spPr>
          <a:xfrm>
            <a:off x="3981146" y="3473442"/>
            <a:ext cx="4179579" cy="435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ja-JP" altLang="en-US" sz="1600" dirty="0"/>
              <a:t>　べんきょうはどうですか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044614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>
          <a:extLst>
            <a:ext uri="{FF2B5EF4-FFF2-40B4-BE49-F238E27FC236}">
              <a16:creationId xmlns:a16="http://schemas.microsoft.com/office/drawing/2014/main" id="{D4FFFC90-12F8-04C4-64AA-5A8AEAAAA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347;p37">
            <a:extLst>
              <a:ext uri="{FF2B5EF4-FFF2-40B4-BE49-F238E27FC236}">
                <a16:creationId xmlns:a16="http://schemas.microsoft.com/office/drawing/2014/main" id="{59CB3556-1205-3131-2887-2F539F42232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129" b="129"/>
          <a:stretch/>
        </p:blipFill>
        <p:spPr>
          <a:xfrm rot="10800000">
            <a:off x="2677801" y="270878"/>
            <a:ext cx="1716695" cy="1307947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37">
            <a:extLst>
              <a:ext uri="{FF2B5EF4-FFF2-40B4-BE49-F238E27FC236}">
                <a16:creationId xmlns:a16="http://schemas.microsoft.com/office/drawing/2014/main" id="{BBC332E9-AFCE-8EF7-3F02-11A165BA9D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67661" y="2462705"/>
            <a:ext cx="5096826" cy="139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2800" dirty="0"/>
              <a:t>わたしのいえ</a:t>
            </a:r>
            <a:br>
              <a:rPr lang="en-US" altLang="ja-JP" sz="3200" dirty="0"/>
            </a:br>
            <a:r>
              <a:rPr lang="en-US" altLang="ja-JP" sz="3200" dirty="0"/>
              <a:t>My house</a:t>
            </a:r>
            <a:endParaRPr sz="32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349" name="Google Shape;349;p37">
            <a:extLst>
              <a:ext uri="{FF2B5EF4-FFF2-40B4-BE49-F238E27FC236}">
                <a16:creationId xmlns:a16="http://schemas.microsoft.com/office/drawing/2014/main" id="{4B6E9712-6323-4676-9020-6434A9245AB5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6095203" y="1554388"/>
            <a:ext cx="852737" cy="78368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7</a:t>
            </a:r>
            <a:endParaRPr dirty="0"/>
          </a:p>
        </p:txBody>
      </p:sp>
      <p:pic>
        <p:nvPicPr>
          <p:cNvPr id="350" name="Google Shape;350;p37">
            <a:extLst>
              <a:ext uri="{FF2B5EF4-FFF2-40B4-BE49-F238E27FC236}">
                <a16:creationId xmlns:a16="http://schemas.microsoft.com/office/drawing/2014/main" id="{C1B8F481-4897-244D-BD47-5C0964CF78BD}"/>
              </a:ext>
            </a:extLst>
          </p:cNvPr>
          <p:cNvPicPr preferRelativeResize="0">
            <a:picLocks noGrp="1"/>
          </p:cNvPicPr>
          <p:nvPr>
            <p:ph type="pic" idx="3"/>
          </p:nvPr>
        </p:nvPicPr>
        <p:blipFill>
          <a:blip r:embed="rId4"/>
          <a:srcRect l="23212" r="23212"/>
          <a:stretch/>
        </p:blipFill>
        <p:spPr>
          <a:xfrm>
            <a:off x="713225" y="405213"/>
            <a:ext cx="3171675" cy="4333073"/>
          </a:xfrm>
          <a:prstGeom prst="round2DiagRect">
            <a:avLst>
              <a:gd name="adj1" fmla="val 0"/>
              <a:gd name="adj2" fmla="val 50000"/>
            </a:avLst>
          </a:prstGeom>
        </p:spPr>
      </p:pic>
    </p:spTree>
    <p:extLst>
      <p:ext uri="{BB962C8B-B14F-4D97-AF65-F5344CB8AC3E}">
        <p14:creationId xmlns:p14="http://schemas.microsoft.com/office/powerpoint/2010/main" val="759764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>
          <a:extLst>
            <a:ext uri="{FF2B5EF4-FFF2-40B4-BE49-F238E27FC236}">
              <a16:creationId xmlns:a16="http://schemas.microsoft.com/office/drawing/2014/main" id="{A5EC3B8E-48CB-3A5F-0079-5C1F54434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4">
            <a:extLst>
              <a:ext uri="{FF2B5EF4-FFF2-40B4-BE49-F238E27FC236}">
                <a16:creationId xmlns:a16="http://schemas.microsoft.com/office/drawing/2014/main" id="{FE18D9AB-A6E7-2CDB-5309-B6DD9A5269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CONTENTS OF THIS LESSON</a:t>
            </a:r>
            <a:endParaRPr dirty="0"/>
          </a:p>
        </p:txBody>
      </p:sp>
      <p:graphicFrame>
        <p:nvGraphicFramePr>
          <p:cNvPr id="314" name="Google Shape;314;p34">
            <a:extLst>
              <a:ext uri="{FF2B5EF4-FFF2-40B4-BE49-F238E27FC236}">
                <a16:creationId xmlns:a16="http://schemas.microsoft.com/office/drawing/2014/main" id="{9F96893F-71C5-3EFF-BE12-C40B924F4B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31361597"/>
              </p:ext>
            </p:extLst>
          </p:nvPr>
        </p:nvGraphicFramePr>
        <p:xfrm>
          <a:off x="720000" y="1423284"/>
          <a:ext cx="7704000" cy="2973787"/>
        </p:xfrm>
        <a:graphic>
          <a:graphicData uri="http://schemas.openxmlformats.org/drawingml/2006/table">
            <a:tbl>
              <a:tblPr>
                <a:noFill/>
                <a:tableStyleId>{37ECED31-040B-4B96-B264-8210C48EDFA1}</a:tableStyleId>
              </a:tblPr>
              <a:tblGrid>
                <a:gridCol w="2305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8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552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sng" dirty="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About topic :</a:t>
                      </a:r>
                      <a:endParaRPr sz="1400" b="1" u="sng" dirty="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To say what kind of house you live in &amp; what you have in your house</a:t>
                      </a: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826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sng" dirty="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Grammar :</a:t>
                      </a:r>
                      <a:endParaRPr sz="1400" b="1" u="sng" dirty="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Font typeface="+mj-lt"/>
                        <a:buAutoNum type="arabicPeriod"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Describe the nature or characteristic of one’s house</a:t>
                      </a:r>
                    </a:p>
                    <a:p>
                      <a:pPr marL="342900" marR="0" lvl="0" indent="-3429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Font typeface="+mj-lt"/>
                        <a:buAutoNum type="arabicPeriod"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Explain the existence of something in one’s house        A. For inanimate object                                                                                                                                                           B. For living thing                                                                    C. How many                                                                                                                                                                       </a:t>
                      </a: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3713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>
          <a:extLst>
            <a:ext uri="{FF2B5EF4-FFF2-40B4-BE49-F238E27FC236}">
              <a16:creationId xmlns:a16="http://schemas.microsoft.com/office/drawing/2014/main" id="{8FF02888-50B2-79FC-E5F3-42C790703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6">
            <a:extLst>
              <a:ext uri="{FF2B5EF4-FFF2-40B4-BE49-F238E27FC236}">
                <a16:creationId xmlns:a16="http://schemas.microsoft.com/office/drawing/2014/main" id="{696B4C36-BD26-8265-DE6E-7DA7EF65E2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530337"/>
            <a:ext cx="4294800" cy="66633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GRAMMAR PART </a:t>
            </a:r>
            <a:endParaRPr sz="2400" dirty="0"/>
          </a:p>
        </p:txBody>
      </p:sp>
      <p:sp>
        <p:nvSpPr>
          <p:cNvPr id="342" name="Google Shape;342;p36">
            <a:extLst>
              <a:ext uri="{FF2B5EF4-FFF2-40B4-BE49-F238E27FC236}">
                <a16:creationId xmlns:a16="http://schemas.microsoft.com/office/drawing/2014/main" id="{F030D97A-2FA3-C6BC-1515-BCFB65FD685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0" y="1196670"/>
            <a:ext cx="5502303" cy="35147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>
              <a:spcBef>
                <a:spcPts val="1000"/>
              </a:spcBef>
              <a:buNone/>
            </a:pPr>
            <a:r>
              <a:rPr lang="ja-JP" altLang="en-US" sz="1400" dirty="0"/>
              <a:t>① </a:t>
            </a:r>
            <a:r>
              <a:rPr lang="en-US" sz="14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Describe the nature or characteristic </a:t>
            </a:r>
          </a:p>
          <a:p>
            <a:pPr marL="152400" indent="0">
              <a:spcBef>
                <a:spcPts val="1000"/>
              </a:spcBef>
              <a:buNone/>
            </a:pPr>
            <a:r>
              <a:rPr lang="en-US" sz="1400" dirty="0"/>
              <a:t>     </a:t>
            </a:r>
            <a:r>
              <a:rPr lang="en-US" sz="14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of one’s house</a:t>
            </a:r>
          </a:p>
          <a:p>
            <a:pPr marL="152400" indent="0">
              <a:spcBef>
                <a:spcPts val="1000"/>
              </a:spcBef>
              <a:buNone/>
            </a:pPr>
            <a:endParaRPr lang="en-US" sz="1400" dirty="0"/>
          </a:p>
          <a:p>
            <a:pPr marL="152400" indent="0">
              <a:spcBef>
                <a:spcPts val="1000"/>
              </a:spcBef>
              <a:buNone/>
            </a:pPr>
            <a:endParaRPr lang="en-US" sz="1400" dirty="0"/>
          </a:p>
          <a:p>
            <a:pPr marL="152400" indent="0">
              <a:spcBef>
                <a:spcPts val="1000"/>
              </a:spcBef>
              <a:buNone/>
            </a:pPr>
            <a:endParaRPr lang="en-US" sz="1400" dirty="0"/>
          </a:p>
          <a:p>
            <a:pPr marL="152400" indent="0">
              <a:spcBef>
                <a:spcPts val="1000"/>
              </a:spcBef>
              <a:buNone/>
            </a:pPr>
            <a:endParaRPr lang="en-US" sz="1400" dirty="0"/>
          </a:p>
          <a:p>
            <a:pPr marL="152400" indent="0">
              <a:spcBef>
                <a:spcPts val="1000"/>
              </a:spcBef>
              <a:buNone/>
            </a:pPr>
            <a:endParaRPr lang="en-US" sz="1400" dirty="0"/>
          </a:p>
          <a:p>
            <a:pPr marL="152400" indent="0">
              <a:spcBef>
                <a:spcPts val="1000"/>
              </a:spcBef>
              <a:buNone/>
            </a:pPr>
            <a:endParaRPr lang="en-US" sz="1400" dirty="0"/>
          </a:p>
          <a:p>
            <a:pPr marL="152400" indent="0">
              <a:spcBef>
                <a:spcPts val="1000"/>
              </a:spcBef>
              <a:buNone/>
            </a:pPr>
            <a:r>
              <a:rPr lang="ja-JP" altLang="en-US" sz="1400" dirty="0"/>
              <a:t>＊</a:t>
            </a:r>
            <a:r>
              <a:rPr lang="en-US" altLang="ja-JP" sz="1400" dirty="0"/>
              <a:t>structure shown here is used for </a:t>
            </a:r>
            <a:r>
              <a:rPr lang="ja-JP" altLang="en-US" sz="1400" dirty="0"/>
              <a:t>イ</a:t>
            </a:r>
            <a:r>
              <a:rPr lang="en-US" altLang="ja-JP" sz="1400" dirty="0"/>
              <a:t>-adj only</a:t>
            </a:r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lang="en-US" sz="1400" dirty="0"/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lang="en-US" sz="1400" dirty="0"/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lang="en-US" sz="1400" dirty="0"/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lang="en-US" sz="1400" dirty="0"/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lang="en-US" sz="1400" dirty="0"/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6A3965C0-859F-B1FF-5646-72F9FB2CFF6E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30472" t="13876" r="31798" b="12887"/>
          <a:stretch/>
        </p:blipFill>
        <p:spPr>
          <a:xfrm>
            <a:off x="4644273" y="530337"/>
            <a:ext cx="4225049" cy="4613163"/>
          </a:xfrm>
        </p:spPr>
      </p:pic>
    </p:spTree>
    <p:extLst>
      <p:ext uri="{BB962C8B-B14F-4D97-AF65-F5344CB8AC3E}">
        <p14:creationId xmlns:p14="http://schemas.microsoft.com/office/powerpoint/2010/main" val="441510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E90AEE9-84EB-1750-A307-3A9F00B87D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0098586"/>
              </p:ext>
            </p:extLst>
          </p:nvPr>
        </p:nvGraphicFramePr>
        <p:xfrm>
          <a:off x="1219198" y="745156"/>
          <a:ext cx="6665627" cy="331663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763445">
                  <a:extLst>
                    <a:ext uri="{9D8B030D-6E8A-4147-A177-3AD203B41FA5}">
                      <a16:colId xmlns:a16="http://schemas.microsoft.com/office/drawing/2014/main" val="3782580770"/>
                    </a:ext>
                  </a:extLst>
                </a:gridCol>
                <a:gridCol w="4902182">
                  <a:extLst>
                    <a:ext uri="{9D8B030D-6E8A-4147-A177-3AD203B41FA5}">
                      <a16:colId xmlns:a16="http://schemas.microsoft.com/office/drawing/2014/main" val="1004217372"/>
                    </a:ext>
                  </a:extLst>
                </a:gridCol>
              </a:tblGrid>
              <a:tr h="608327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sym typeface="Poppins"/>
                        </a:rPr>
                        <a:t>Characteristics (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sym typeface="Poppins"/>
                        </a:rPr>
                        <a:t>colour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sym typeface="Poppins"/>
                        </a:rPr>
                        <a:t>, shape, size,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sym typeface="Poppins"/>
                        </a:rPr>
                        <a:t>ect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sym typeface="Poppins"/>
                        </a:rPr>
                        <a:t>)</a:t>
                      </a:r>
                      <a:endParaRPr lang="en-US" sz="1400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ea typeface="Poppins"/>
                        <a:cs typeface="Poppins" panose="00000500000000000000" pitchFamily="2" charset="0"/>
                        <a:sym typeface="Poppins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8114802"/>
                  </a:ext>
                </a:extLst>
              </a:tr>
              <a:tr h="1049990">
                <a:tc>
                  <a:txBody>
                    <a:bodyPr/>
                    <a:lstStyle/>
                    <a:p>
                      <a:pPr algn="l"/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Colour</a:t>
                      </a:r>
                      <a:endParaRPr lang="en-US" sz="1400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https://nipponcat.wordpress.com/lessons/vocabulary/colors/</a:t>
                      </a:r>
                      <a:endParaRPr lang="en-US" sz="1400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5400586"/>
                  </a:ext>
                </a:extLst>
              </a:tr>
              <a:tr h="608327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Shape/</a:t>
                      </a:r>
                    </a:p>
                    <a:p>
                      <a:pPr algn="l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design</a:t>
                      </a:r>
                      <a:endParaRPr lang="en-US" sz="1400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err="1">
                          <a:hlinkClick r:id="rId3"/>
                        </a:rPr>
                        <a:t>MarugotoStarterWordbook_EN</a:t>
                      </a:r>
                      <a:endParaRPr lang="en-US" sz="14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5541812"/>
                  </a:ext>
                </a:extLst>
              </a:tr>
              <a:tr h="104999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Size</a:t>
                      </a:r>
                      <a:endParaRPr lang="en-US" sz="1400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 dirty="0">
                          <a:solidFill>
                            <a:schemeClr val="tx1"/>
                          </a:solidFill>
                        </a:rPr>
                        <a:t>おおきい⇔ちいさい</a:t>
                      </a:r>
                      <a:endParaRPr lang="en-US" altLang="ja-JP" sz="1400" dirty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endParaRPr lang="en-US" altLang="ja-JP" sz="1400" dirty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r>
                        <a:rPr lang="ja-JP" altLang="en-US" sz="1400" dirty="0">
                          <a:solidFill>
                            <a:schemeClr val="tx1"/>
                          </a:solidFill>
                        </a:rPr>
                        <a:t>ひろい⇔せまい</a:t>
                      </a:r>
                      <a:endParaRPr lang="en-US" sz="1400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54489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76819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C44E7-E653-D6C3-3983-8476ACFB4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1E2E37-BA9B-953D-7C90-249F87899E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163" t="28290" r="46142" b="21933"/>
          <a:stretch/>
        </p:blipFill>
        <p:spPr>
          <a:xfrm>
            <a:off x="0" y="11429"/>
            <a:ext cx="4159846" cy="5132071"/>
          </a:xfrm>
          <a:prstGeom prst="rect">
            <a:avLst/>
          </a:prstGeom>
        </p:spPr>
      </p:pic>
      <p:sp>
        <p:nvSpPr>
          <p:cNvPr id="2" name="Google Shape;342;p36">
            <a:extLst>
              <a:ext uri="{FF2B5EF4-FFF2-40B4-BE49-F238E27FC236}">
                <a16:creationId xmlns:a16="http://schemas.microsoft.com/office/drawing/2014/main" id="{DBD1D125-E439-7CFB-690A-9809EB752902}"/>
              </a:ext>
            </a:extLst>
          </p:cNvPr>
          <p:cNvSpPr txBox="1">
            <a:spLocks/>
          </p:cNvSpPr>
          <p:nvPr/>
        </p:nvSpPr>
        <p:spPr>
          <a:xfrm>
            <a:off x="4317558" y="425393"/>
            <a:ext cx="4516341" cy="35147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52400">
              <a:spcBef>
                <a:spcPts val="1000"/>
              </a:spcBef>
              <a:buSzPts val="1200"/>
            </a:pPr>
            <a:r>
              <a:rPr lang="ja-JP" altLang="en-US" b="1" u="sng" dirty="0"/>
              <a:t>れんしゅうしましょう</a:t>
            </a:r>
            <a:endParaRPr lang="en-US" altLang="ja-JP" b="1" u="sng" dirty="0"/>
          </a:p>
          <a:p>
            <a:pPr marL="152400">
              <a:spcBef>
                <a:spcPts val="1000"/>
              </a:spcBef>
              <a:buSzPts val="1200"/>
            </a:pPr>
            <a:endParaRPr lang="en-US" altLang="ja-JP" dirty="0"/>
          </a:p>
          <a:p>
            <a:pPr marL="152400">
              <a:spcBef>
                <a:spcPts val="1000"/>
              </a:spcBef>
              <a:buSzPts val="1200"/>
            </a:pPr>
            <a:r>
              <a:rPr lang="ja-JP" altLang="en-US" dirty="0"/>
              <a:t>みんなさんのいえはどうですか</a:t>
            </a:r>
            <a:endParaRPr lang="en-US" altLang="ja-JP" dirty="0"/>
          </a:p>
          <a:p>
            <a:pPr marL="152400">
              <a:spcBef>
                <a:spcPts val="1000"/>
              </a:spcBef>
              <a:buSzPts val="1200"/>
            </a:pPr>
            <a:r>
              <a:rPr lang="ja-JP" altLang="en-US" dirty="0"/>
              <a:t>⇒わたしのいえは＿＿＿です</a:t>
            </a:r>
            <a:endParaRPr lang="en-US" dirty="0"/>
          </a:p>
          <a:p>
            <a:pPr marL="152400">
              <a:spcBef>
                <a:spcPts val="1000"/>
              </a:spcBef>
              <a:buSzPts val="1200"/>
            </a:pPr>
            <a:endParaRPr lang="en-US" dirty="0"/>
          </a:p>
          <a:p>
            <a:pPr marL="152400">
              <a:spcBef>
                <a:spcPts val="1000"/>
              </a:spcBef>
              <a:buSzPts val="1200"/>
            </a:pPr>
            <a:endParaRPr lang="en-US" dirty="0"/>
          </a:p>
          <a:p>
            <a:pPr marL="152400">
              <a:spcBef>
                <a:spcPts val="1000"/>
              </a:spcBef>
              <a:buSzPts val="1200"/>
            </a:pPr>
            <a:endParaRPr lang="en-US" dirty="0"/>
          </a:p>
          <a:p>
            <a:pPr marL="152400">
              <a:spcBef>
                <a:spcPts val="1000"/>
              </a:spcBef>
              <a:buSzPts val="1200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6703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>
          <a:extLst>
            <a:ext uri="{FF2B5EF4-FFF2-40B4-BE49-F238E27FC236}">
              <a16:creationId xmlns:a16="http://schemas.microsoft.com/office/drawing/2014/main" id="{85B2EA41-0F43-2396-A96F-719CDFD85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6">
            <a:extLst>
              <a:ext uri="{FF2B5EF4-FFF2-40B4-BE49-F238E27FC236}">
                <a16:creationId xmlns:a16="http://schemas.microsoft.com/office/drawing/2014/main" id="{BD772738-B421-4A07-60AC-E888610F12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530337"/>
            <a:ext cx="4294800" cy="66633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GRAMMAR PART </a:t>
            </a:r>
            <a:endParaRPr sz="2400" dirty="0"/>
          </a:p>
        </p:txBody>
      </p:sp>
      <p:sp>
        <p:nvSpPr>
          <p:cNvPr id="342" name="Google Shape;342;p36">
            <a:extLst>
              <a:ext uri="{FF2B5EF4-FFF2-40B4-BE49-F238E27FC236}">
                <a16:creationId xmlns:a16="http://schemas.microsoft.com/office/drawing/2014/main" id="{48B7AFD9-42F5-9063-4437-709AC91FB21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0" y="1196670"/>
            <a:ext cx="5502303" cy="35147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r>
              <a:rPr lang="ja-JP" altLang="en-US" sz="1400" b="1" dirty="0"/>
              <a:t>② </a:t>
            </a:r>
            <a:r>
              <a:rPr lang="en-US" sz="14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Explain the existence of something in </a:t>
            </a:r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r>
              <a:rPr lang="ja-JP" altLang="en-US" sz="1400" dirty="0"/>
              <a:t>　  </a:t>
            </a:r>
            <a:r>
              <a:rPr lang="en-US" sz="14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one’s house        </a:t>
            </a:r>
            <a:r>
              <a:rPr lang="ja-JP" altLang="en-US" sz="14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　　　</a:t>
            </a:r>
            <a:endParaRPr lang="en-US" altLang="ja-JP" sz="14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r>
              <a:rPr lang="ja-JP" altLang="en-US" sz="1400" dirty="0"/>
              <a:t>　  </a:t>
            </a:r>
            <a:r>
              <a:rPr lang="en-US" sz="14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A. For inanimate object </a:t>
            </a:r>
            <a:endParaRPr lang="en-US" altLang="ja-JP" sz="1400" b="1" dirty="0"/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lang="en-US" sz="1400" dirty="0"/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lang="en-US" sz="1400" dirty="0"/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lang="en-US" sz="1400" dirty="0"/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lang="en-US" sz="1400" dirty="0"/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lang="en-US" sz="1400" dirty="0"/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9D9E8B57-6CA9-08F0-F1C8-E1A8635BA86F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30769" t="17600" r="31793" b="19480"/>
          <a:stretch/>
        </p:blipFill>
        <p:spPr>
          <a:xfrm>
            <a:off x="4264180" y="530337"/>
            <a:ext cx="4879820" cy="4613163"/>
          </a:xfrm>
        </p:spPr>
      </p:pic>
    </p:spTree>
    <p:extLst>
      <p:ext uri="{BB962C8B-B14F-4D97-AF65-F5344CB8AC3E}">
        <p14:creationId xmlns:p14="http://schemas.microsoft.com/office/powerpoint/2010/main" val="4197223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EA5F3-E60F-6893-3D65-7E150A897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EB90D2-FBCB-D475-48C0-CDB7A5A1B3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511" t="16707" r="44110" b="25229"/>
          <a:stretch/>
        </p:blipFill>
        <p:spPr>
          <a:xfrm>
            <a:off x="0" y="-1"/>
            <a:ext cx="3824577" cy="5123805"/>
          </a:xfrm>
          <a:prstGeom prst="rect">
            <a:avLst/>
          </a:prstGeom>
        </p:spPr>
      </p:pic>
      <p:sp>
        <p:nvSpPr>
          <p:cNvPr id="2" name="Google Shape;342;p36">
            <a:extLst>
              <a:ext uri="{FF2B5EF4-FFF2-40B4-BE49-F238E27FC236}">
                <a16:creationId xmlns:a16="http://schemas.microsoft.com/office/drawing/2014/main" id="{51FD1D28-FF86-D58C-574A-B0871B1464F7}"/>
              </a:ext>
            </a:extLst>
          </p:cNvPr>
          <p:cNvSpPr txBox="1">
            <a:spLocks/>
          </p:cNvSpPr>
          <p:nvPr/>
        </p:nvSpPr>
        <p:spPr>
          <a:xfrm>
            <a:off x="4001078" y="59634"/>
            <a:ext cx="4194345" cy="29618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52400">
              <a:spcBef>
                <a:spcPts val="1000"/>
              </a:spcBef>
              <a:buSzPts val="1200"/>
            </a:pPr>
            <a:r>
              <a:rPr lang="ja-JP" altLang="en-US" b="1" u="sng" dirty="0"/>
              <a:t>れんしゅうしましょう</a:t>
            </a:r>
            <a:endParaRPr lang="en-US" altLang="ja-JP" b="1" u="sng" dirty="0"/>
          </a:p>
          <a:p>
            <a:pPr marL="152400">
              <a:spcBef>
                <a:spcPts val="1000"/>
              </a:spcBef>
              <a:buSzPts val="1200"/>
            </a:pPr>
            <a:endParaRPr lang="en-US" dirty="0"/>
          </a:p>
          <a:p>
            <a:pPr marL="152400">
              <a:spcBef>
                <a:spcPts val="1000"/>
              </a:spcBef>
              <a:buSzPts val="1200"/>
            </a:pPr>
            <a:r>
              <a:rPr lang="ja-JP" altLang="en-US" dirty="0"/>
              <a:t>みなさんのいえになにがありますか</a:t>
            </a:r>
            <a:endParaRPr lang="en-US" altLang="ja-JP" dirty="0"/>
          </a:p>
          <a:p>
            <a:pPr marL="152400">
              <a:spcBef>
                <a:spcPts val="1000"/>
              </a:spcBef>
              <a:buSzPts val="1200"/>
            </a:pPr>
            <a:r>
              <a:rPr lang="ja-JP" altLang="en-US" dirty="0"/>
              <a:t>⇒　いえに＿＿＿があります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13691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>
          <a:extLst>
            <a:ext uri="{FF2B5EF4-FFF2-40B4-BE49-F238E27FC236}">
              <a16:creationId xmlns:a16="http://schemas.microsoft.com/office/drawing/2014/main" id="{B32E845A-21C8-4E5E-EADD-4129CD279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6">
            <a:extLst>
              <a:ext uri="{FF2B5EF4-FFF2-40B4-BE49-F238E27FC236}">
                <a16:creationId xmlns:a16="http://schemas.microsoft.com/office/drawing/2014/main" id="{073D00F4-354B-26B2-EC4C-CFD66BAC3B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530337"/>
            <a:ext cx="4294800" cy="66633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GRAMMAR PART </a:t>
            </a:r>
            <a:endParaRPr sz="2400" dirty="0"/>
          </a:p>
        </p:txBody>
      </p:sp>
      <p:sp>
        <p:nvSpPr>
          <p:cNvPr id="342" name="Google Shape;342;p36">
            <a:extLst>
              <a:ext uri="{FF2B5EF4-FFF2-40B4-BE49-F238E27FC236}">
                <a16:creationId xmlns:a16="http://schemas.microsoft.com/office/drawing/2014/main" id="{489A7797-F348-068B-972C-624DBAEAAF1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0" y="1196670"/>
            <a:ext cx="5502303" cy="35147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r>
              <a:rPr lang="ja-JP" altLang="en-US" sz="1400" b="1" dirty="0"/>
              <a:t>② </a:t>
            </a:r>
            <a:r>
              <a:rPr lang="en-US" sz="14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Explain the existence of something in </a:t>
            </a:r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r>
              <a:rPr lang="ja-JP" altLang="en-US" sz="1400" dirty="0"/>
              <a:t>　  </a:t>
            </a:r>
            <a:r>
              <a:rPr lang="en-US" sz="14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one’s house        </a:t>
            </a:r>
            <a:r>
              <a:rPr lang="ja-JP" altLang="en-US" sz="14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　　　</a:t>
            </a:r>
            <a:endParaRPr lang="en-US" altLang="ja-JP" sz="14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r>
              <a:rPr lang="ja-JP" altLang="en-US" sz="1400" dirty="0"/>
              <a:t>　  </a:t>
            </a:r>
            <a:r>
              <a:rPr lang="en-US" altLang="ja-JP" sz="1400" dirty="0"/>
              <a:t>B</a:t>
            </a:r>
            <a:r>
              <a:rPr lang="en-US" sz="14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For living things </a:t>
            </a:r>
            <a:endParaRPr lang="en-US" altLang="ja-JP" sz="1400" b="1" dirty="0"/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lang="en-US" sz="1400" dirty="0"/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lang="en-US" sz="1400" dirty="0"/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lang="en-US" sz="1400" dirty="0"/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lang="en-US" sz="1400" dirty="0"/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lang="en-US" sz="1400" dirty="0"/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CB7159F7-3132-9B40-ED86-C5D9AEAF07C8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30109" t="17288" r="31598" b="19800"/>
          <a:stretch/>
        </p:blipFill>
        <p:spPr>
          <a:xfrm>
            <a:off x="4152187" y="530337"/>
            <a:ext cx="4991813" cy="4613163"/>
          </a:xfrm>
        </p:spPr>
      </p:pic>
    </p:spTree>
    <p:extLst>
      <p:ext uri="{BB962C8B-B14F-4D97-AF65-F5344CB8AC3E}">
        <p14:creationId xmlns:p14="http://schemas.microsoft.com/office/powerpoint/2010/main" val="13580874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1782D-8475-2016-C8E7-F3C96EA56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52EE35-E3DC-7AEF-D9DE-D79D34593E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392" t="17029" r="47794" b="38673"/>
          <a:stretch/>
        </p:blipFill>
        <p:spPr>
          <a:xfrm>
            <a:off x="275620" y="0"/>
            <a:ext cx="4296380" cy="5143499"/>
          </a:xfrm>
          <a:prstGeom prst="rect">
            <a:avLst/>
          </a:prstGeom>
        </p:spPr>
      </p:pic>
      <p:sp>
        <p:nvSpPr>
          <p:cNvPr id="2" name="Google Shape;342;p36">
            <a:extLst>
              <a:ext uri="{FF2B5EF4-FFF2-40B4-BE49-F238E27FC236}">
                <a16:creationId xmlns:a16="http://schemas.microsoft.com/office/drawing/2014/main" id="{904B41D1-C06E-4554-216F-7BED3589B9FA}"/>
              </a:ext>
            </a:extLst>
          </p:cNvPr>
          <p:cNvSpPr txBox="1">
            <a:spLocks/>
          </p:cNvSpPr>
          <p:nvPr/>
        </p:nvSpPr>
        <p:spPr>
          <a:xfrm>
            <a:off x="4834328" y="2369383"/>
            <a:ext cx="3226184" cy="170920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52400">
              <a:spcBef>
                <a:spcPts val="1000"/>
              </a:spcBef>
              <a:buSzPts val="1200"/>
            </a:pPr>
            <a:r>
              <a:rPr lang="ja-JP" altLang="en-US" b="1" u="sng" dirty="0"/>
              <a:t>れんしゅうしましょう</a:t>
            </a:r>
            <a:endParaRPr lang="en-US" altLang="ja-JP" b="1" u="sng" dirty="0"/>
          </a:p>
          <a:p>
            <a:pPr marL="152400">
              <a:spcBef>
                <a:spcPts val="1000"/>
              </a:spcBef>
              <a:buSzPts val="1200"/>
            </a:pPr>
            <a:endParaRPr lang="en-US" dirty="0"/>
          </a:p>
          <a:p>
            <a:pPr marL="152400">
              <a:spcBef>
                <a:spcPts val="1000"/>
              </a:spcBef>
              <a:buSzPts val="1200"/>
            </a:pPr>
            <a:r>
              <a:rPr lang="ja-JP" altLang="en-US" dirty="0"/>
              <a:t>みなさんのいえにペットがいますか</a:t>
            </a:r>
            <a:endParaRPr lang="en-US" altLang="ja-JP" dirty="0"/>
          </a:p>
          <a:p>
            <a:pPr marL="152400">
              <a:spcBef>
                <a:spcPts val="1000"/>
              </a:spcBef>
              <a:buSzPts val="1200"/>
            </a:pPr>
            <a:r>
              <a:rPr lang="ja-JP" altLang="en-US" dirty="0"/>
              <a:t>⇒　いえにペットが＿＿＿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D3677F-1FCF-1EAA-4B11-D775E5EBB0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392" t="62614" r="48237" b="19632"/>
          <a:stretch/>
        </p:blipFill>
        <p:spPr>
          <a:xfrm>
            <a:off x="4631960" y="0"/>
            <a:ext cx="4296381" cy="2106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3337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42F4A-80A1-0409-B9CA-F6FE319CE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3112" y="769211"/>
            <a:ext cx="3529181" cy="610041"/>
          </a:xfrm>
        </p:spPr>
        <p:txBody>
          <a:bodyPr/>
          <a:lstStyle/>
          <a:p>
            <a:r>
              <a:rPr lang="en-US" sz="4000" dirty="0"/>
              <a:t>SCAN ME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AEB034B9-7A5E-F02F-D1A0-B701AE139B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218" y="1379252"/>
            <a:ext cx="2758971" cy="2758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80490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>
          <a:extLst>
            <a:ext uri="{FF2B5EF4-FFF2-40B4-BE49-F238E27FC236}">
              <a16:creationId xmlns:a16="http://schemas.microsoft.com/office/drawing/2014/main" id="{2C8D161C-4907-598E-A426-67F034D63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6">
            <a:extLst>
              <a:ext uri="{FF2B5EF4-FFF2-40B4-BE49-F238E27FC236}">
                <a16:creationId xmlns:a16="http://schemas.microsoft.com/office/drawing/2014/main" id="{B0019180-A414-58F1-A5C7-2C2B3E1CCC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530337"/>
            <a:ext cx="4294800" cy="66633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GRAMMAR PART </a:t>
            </a:r>
            <a:endParaRPr sz="2400" dirty="0"/>
          </a:p>
        </p:txBody>
      </p:sp>
      <p:sp>
        <p:nvSpPr>
          <p:cNvPr id="342" name="Google Shape;342;p36">
            <a:extLst>
              <a:ext uri="{FF2B5EF4-FFF2-40B4-BE49-F238E27FC236}">
                <a16:creationId xmlns:a16="http://schemas.microsoft.com/office/drawing/2014/main" id="{EA47248E-0CEB-4B34-E5E9-E3B1C72DF6C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0" y="1196670"/>
            <a:ext cx="5502303" cy="35147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r>
              <a:rPr lang="ja-JP" altLang="en-US" sz="1400" b="1" dirty="0"/>
              <a:t>② </a:t>
            </a:r>
            <a:r>
              <a:rPr lang="en-US" sz="14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Explain the existence of something in </a:t>
            </a:r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r>
              <a:rPr lang="ja-JP" altLang="en-US" sz="1400" dirty="0"/>
              <a:t>　  </a:t>
            </a:r>
            <a:r>
              <a:rPr lang="en-US" sz="14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one’s house        </a:t>
            </a:r>
            <a:r>
              <a:rPr lang="ja-JP" altLang="en-US" sz="14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　　　</a:t>
            </a:r>
            <a:endParaRPr lang="en-US" altLang="ja-JP" sz="14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r>
              <a:rPr lang="ja-JP" altLang="en-US" sz="1400" dirty="0"/>
              <a:t>　  </a:t>
            </a:r>
            <a:r>
              <a:rPr lang="en-US" sz="14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C. How many </a:t>
            </a:r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lang="en-US" sz="1400" dirty="0"/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lang="en-US" sz="1400" dirty="0"/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lang="en-US" sz="1400" dirty="0"/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lang="en-US" sz="1400" dirty="0"/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lang="en-US" sz="1400" dirty="0"/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280463FE-6906-2EE7-2667-E2A5C69464F1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30275" t="18073" r="31706" b="15476"/>
          <a:stretch/>
        </p:blipFill>
        <p:spPr>
          <a:xfrm>
            <a:off x="4451882" y="530337"/>
            <a:ext cx="4692118" cy="4613163"/>
          </a:xfrm>
        </p:spPr>
      </p:pic>
    </p:spTree>
    <p:extLst>
      <p:ext uri="{BB962C8B-B14F-4D97-AF65-F5344CB8AC3E}">
        <p14:creationId xmlns:p14="http://schemas.microsoft.com/office/powerpoint/2010/main" val="10055335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B593A-F25E-B03C-5BA8-088CA3DCB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617BEE-9873-225E-27D3-6A8D9884A6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529" t="18240" r="46425" b="32317"/>
          <a:stretch/>
        </p:blipFill>
        <p:spPr>
          <a:xfrm>
            <a:off x="338621" y="185298"/>
            <a:ext cx="3431405" cy="47729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A686F2D-6365-4380-4147-0AA4E1D4E57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1235" t="29409" r="42353" b="21596"/>
          <a:stretch/>
        </p:blipFill>
        <p:spPr>
          <a:xfrm>
            <a:off x="4167266" y="233283"/>
            <a:ext cx="4179482" cy="4361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8974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631AB-48CA-B6A8-173A-3F5E87878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7878BD-CAB1-43D2-2446-657BF46A61A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529" t="18240" r="46425" b="32317"/>
          <a:stretch/>
        </p:blipFill>
        <p:spPr>
          <a:xfrm>
            <a:off x="338621" y="185298"/>
            <a:ext cx="3431405" cy="4772904"/>
          </a:xfrm>
          <a:prstGeom prst="rect">
            <a:avLst/>
          </a:prstGeom>
        </p:spPr>
      </p:pic>
      <p:sp>
        <p:nvSpPr>
          <p:cNvPr id="2" name="Google Shape;342;p36">
            <a:extLst>
              <a:ext uri="{FF2B5EF4-FFF2-40B4-BE49-F238E27FC236}">
                <a16:creationId xmlns:a16="http://schemas.microsoft.com/office/drawing/2014/main" id="{225A2A2F-CC99-BE24-855A-D462AA22304D}"/>
              </a:ext>
            </a:extLst>
          </p:cNvPr>
          <p:cNvSpPr txBox="1">
            <a:spLocks/>
          </p:cNvSpPr>
          <p:nvPr/>
        </p:nvSpPr>
        <p:spPr>
          <a:xfrm>
            <a:off x="3942413" y="964322"/>
            <a:ext cx="4646951" cy="11043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52400">
              <a:spcBef>
                <a:spcPts val="1000"/>
              </a:spcBef>
              <a:buSzPts val="1200"/>
            </a:pPr>
            <a:r>
              <a:rPr lang="ja-JP" altLang="en-US" dirty="0"/>
              <a:t>みなさんのいえにテレビがいくつありますか</a:t>
            </a:r>
            <a:endParaRPr lang="en-US" altLang="ja-JP" dirty="0"/>
          </a:p>
          <a:p>
            <a:pPr marL="152400">
              <a:spcBef>
                <a:spcPts val="1000"/>
              </a:spcBef>
              <a:buSzPts val="1200"/>
            </a:pPr>
            <a:r>
              <a:rPr lang="ja-JP" altLang="en-US" dirty="0"/>
              <a:t>みなさんのいえにハウスメイトはなんにんいますか。</a:t>
            </a:r>
            <a:endParaRPr lang="en-US" dirty="0"/>
          </a:p>
          <a:p>
            <a:pPr marL="152400">
              <a:spcBef>
                <a:spcPts val="1000"/>
              </a:spcBef>
              <a:buSzPts val="1200"/>
            </a:pPr>
            <a:endParaRPr lang="en-US" dirty="0"/>
          </a:p>
          <a:p>
            <a:pPr marL="152400">
              <a:spcBef>
                <a:spcPts val="1000"/>
              </a:spcBef>
              <a:buSzPts val="1200"/>
            </a:pPr>
            <a:endParaRPr lang="en-US" dirty="0"/>
          </a:p>
          <a:p>
            <a:pPr marL="152400">
              <a:spcBef>
                <a:spcPts val="1000"/>
              </a:spcBef>
              <a:buSzPts val="1200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80845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7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94" name="Google Shape;7994;p73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51063" y="2123075"/>
            <a:ext cx="2241874" cy="89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Industrial Preliminary Project by Slidesgo">
  <a:themeElements>
    <a:clrScheme name="Simple Light">
      <a:dk1>
        <a:srgbClr val="202A41"/>
      </a:dk1>
      <a:lt1>
        <a:srgbClr val="FFFFFF"/>
      </a:lt1>
      <a:dk2>
        <a:srgbClr val="516988"/>
      </a:dk2>
      <a:lt2>
        <a:srgbClr val="D3E1F1"/>
      </a:lt2>
      <a:accent1>
        <a:srgbClr val="90ABCE"/>
      </a:accent1>
      <a:accent2>
        <a:srgbClr val="6E86A5"/>
      </a:accent2>
      <a:accent3>
        <a:srgbClr val="F5F4F3"/>
      </a:accent3>
      <a:accent4>
        <a:srgbClr val="FFFFFF"/>
      </a:accent4>
      <a:accent5>
        <a:srgbClr val="FFFFFF"/>
      </a:accent5>
      <a:accent6>
        <a:srgbClr val="FFFFFF"/>
      </a:accent6>
      <a:hlink>
        <a:srgbClr val="202A4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1628</TotalTime>
  <Words>465</Words>
  <Application>Microsoft Office PowerPoint</Application>
  <PresentationFormat>On-screen Show (16:9)</PresentationFormat>
  <Paragraphs>86</Paragraphs>
  <Slides>17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Proxima Nova Semibold</vt:lpstr>
      <vt:lpstr>Nunito Light</vt:lpstr>
      <vt:lpstr>Poppins</vt:lpstr>
      <vt:lpstr>Proxima Nova</vt:lpstr>
      <vt:lpstr>Industrial Preliminary Project by Slidesgo</vt:lpstr>
      <vt:lpstr>Slidesgo Final Pages</vt:lpstr>
      <vt:lpstr>BASIC JAPANESE LANGUAGE</vt:lpstr>
      <vt:lpstr>PREVIOUS CONTENT (LESSON 6)</vt:lpstr>
      <vt:lpstr>復習しましょう・ふくしゅうしましょう</vt:lpstr>
      <vt:lpstr>わたしのいえ My house</vt:lpstr>
      <vt:lpstr>CONTENTS OF THIS LESSON</vt:lpstr>
      <vt:lpstr>GRAMMAR PART </vt:lpstr>
      <vt:lpstr>PowerPoint Presentation</vt:lpstr>
      <vt:lpstr>PowerPoint Presentation</vt:lpstr>
      <vt:lpstr>GRAMMAR PART </vt:lpstr>
      <vt:lpstr>PowerPoint Presentation</vt:lpstr>
      <vt:lpstr>GRAMMAR PART </vt:lpstr>
      <vt:lpstr>PowerPoint Presentation</vt:lpstr>
      <vt:lpstr>SCAN ME</vt:lpstr>
      <vt:lpstr>GRAMMAR PART 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NUR HANAN BINTI HAMDAN</cp:lastModifiedBy>
  <cp:revision>33</cp:revision>
  <dcterms:modified xsi:type="dcterms:W3CDTF">2026-05-25T04:08:08Z</dcterms:modified>
</cp:coreProperties>
</file>
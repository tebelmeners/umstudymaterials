
<file path=[Content_Types].xml><?xml version="1.0" encoding="utf-8"?>
<Types xmlns="http://schemas.openxmlformats.org/package/2006/content-types">
  <Default Extension="gif" ContentType="image/gif"/>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1623" r:id="rId2"/>
    <p:sldId id="1635" r:id="rId3"/>
    <p:sldId id="1700" r:id="rId4"/>
    <p:sldId id="1685" r:id="rId5"/>
    <p:sldId id="1686" r:id="rId6"/>
    <p:sldId id="1687" r:id="rId7"/>
    <p:sldId id="1688" r:id="rId8"/>
    <p:sldId id="1689" r:id="rId9"/>
    <p:sldId id="277" r:id="rId10"/>
    <p:sldId id="1559" r:id="rId11"/>
    <p:sldId id="270" r:id="rId12"/>
    <p:sldId id="276" r:id="rId13"/>
    <p:sldId id="275" r:id="rId14"/>
    <p:sldId id="1701" r:id="rId15"/>
    <p:sldId id="278" r:id="rId16"/>
    <p:sldId id="315" r:id="rId17"/>
    <p:sldId id="284" r:id="rId18"/>
    <p:sldId id="285" r:id="rId19"/>
    <p:sldId id="1627" r:id="rId20"/>
    <p:sldId id="1645" r:id="rId21"/>
    <p:sldId id="1702" r:id="rId22"/>
    <p:sldId id="1703" r:id="rId23"/>
    <p:sldId id="1629" r:id="rId24"/>
    <p:sldId id="1624" r:id="rId25"/>
    <p:sldId id="1633" r:id="rId26"/>
    <p:sldId id="1626" r:id="rId27"/>
    <p:sldId id="286" r:id="rId28"/>
    <p:sldId id="1684" r:id="rId2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4A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28" autoAdjust="0"/>
    <p:restoredTop sz="95628" autoAdjust="0"/>
  </p:normalViewPr>
  <p:slideViewPr>
    <p:cSldViewPr snapToGrid="0">
      <p:cViewPr varScale="1">
        <p:scale>
          <a:sx n="60" d="100"/>
          <a:sy n="60" d="100"/>
        </p:scale>
        <p:origin x="1216" y="48"/>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R HANAN BINTI HAMDAN" userId="611587a3-4fba-4630-aec7-8c82a5204456" providerId="ADAL" clId="{2AC34E7B-6C1E-4DA6-825C-8A4937CF5A27}"/>
    <pc:docChg chg="custSel addSld delSld modSld">
      <pc:chgData name="NUR HANAN BINTI HAMDAN" userId="611587a3-4fba-4630-aec7-8c82a5204456" providerId="ADAL" clId="{2AC34E7B-6C1E-4DA6-825C-8A4937CF5A27}" dt="2026-03-10T05:44:24.679" v="505" actId="1076"/>
      <pc:docMkLst>
        <pc:docMk/>
      </pc:docMkLst>
      <pc:sldChg chg="modSp mod modAnim">
        <pc:chgData name="NUR HANAN BINTI HAMDAN" userId="611587a3-4fba-4630-aec7-8c82a5204456" providerId="ADAL" clId="{2AC34E7B-6C1E-4DA6-825C-8A4937CF5A27}" dt="2026-03-09T04:03:47.506" v="275" actId="400"/>
        <pc:sldMkLst>
          <pc:docMk/>
          <pc:sldMk cId="2294472501" sldId="1559"/>
        </pc:sldMkLst>
        <pc:spChg chg="mod">
          <ac:chgData name="NUR HANAN BINTI HAMDAN" userId="611587a3-4fba-4630-aec7-8c82a5204456" providerId="ADAL" clId="{2AC34E7B-6C1E-4DA6-825C-8A4937CF5A27}" dt="2026-03-09T04:03:47.506" v="275" actId="400"/>
          <ac:spMkLst>
            <pc:docMk/>
            <pc:sldMk cId="2294472501" sldId="1559"/>
            <ac:spMk id="3" creationId="{2284BB54-92B7-ED8C-D90F-C6DD85BA856D}"/>
          </ac:spMkLst>
        </pc:spChg>
      </pc:sldChg>
      <pc:sldChg chg="del">
        <pc:chgData name="NUR HANAN BINTI HAMDAN" userId="611587a3-4fba-4630-aec7-8c82a5204456" providerId="ADAL" clId="{2AC34E7B-6C1E-4DA6-825C-8A4937CF5A27}" dt="2026-03-09T04:04:33.924" v="277" actId="47"/>
        <pc:sldMkLst>
          <pc:docMk/>
          <pc:sldMk cId="2460031180" sldId="1630"/>
        </pc:sldMkLst>
      </pc:sldChg>
      <pc:sldChg chg="modSp mod">
        <pc:chgData name="NUR HANAN BINTI HAMDAN" userId="611587a3-4fba-4630-aec7-8c82a5204456" providerId="ADAL" clId="{2AC34E7B-6C1E-4DA6-825C-8A4937CF5A27}" dt="2026-03-09T04:00:40.270" v="69" actId="27636"/>
        <pc:sldMkLst>
          <pc:docMk/>
          <pc:sldMk cId="909086937" sldId="1635"/>
        </pc:sldMkLst>
        <pc:spChg chg="mod">
          <ac:chgData name="NUR HANAN BINTI HAMDAN" userId="611587a3-4fba-4630-aec7-8c82a5204456" providerId="ADAL" clId="{2AC34E7B-6C1E-4DA6-825C-8A4937CF5A27}" dt="2026-03-09T04:00:40.270" v="69" actId="27636"/>
          <ac:spMkLst>
            <pc:docMk/>
            <pc:sldMk cId="909086937" sldId="1635"/>
            <ac:spMk id="3" creationId="{A6A4E447-6E85-4E43-A990-17691F757CBE}"/>
          </ac:spMkLst>
        </pc:spChg>
      </pc:sldChg>
      <pc:sldChg chg="addSp delSp modSp mod">
        <pc:chgData name="NUR HANAN BINTI HAMDAN" userId="611587a3-4fba-4630-aec7-8c82a5204456" providerId="ADAL" clId="{2AC34E7B-6C1E-4DA6-825C-8A4937CF5A27}" dt="2026-03-10T05:44:24.679" v="505" actId="1076"/>
        <pc:sldMkLst>
          <pc:docMk/>
          <pc:sldMk cId="876328000" sldId="1684"/>
        </pc:sldMkLst>
        <pc:spChg chg="mod">
          <ac:chgData name="NUR HANAN BINTI HAMDAN" userId="611587a3-4fba-4630-aec7-8c82a5204456" providerId="ADAL" clId="{2AC34E7B-6C1E-4DA6-825C-8A4937CF5A27}" dt="2026-03-10T05:44:18.107" v="504" actId="255"/>
          <ac:spMkLst>
            <pc:docMk/>
            <pc:sldMk cId="876328000" sldId="1684"/>
            <ac:spMk id="2" creationId="{48DE7DFF-5470-1E8B-F7DB-BA5EFF91DE36}"/>
          </ac:spMkLst>
        </pc:spChg>
        <pc:spChg chg="add mod">
          <ac:chgData name="NUR HANAN BINTI HAMDAN" userId="611587a3-4fba-4630-aec7-8c82a5204456" providerId="ADAL" clId="{2AC34E7B-6C1E-4DA6-825C-8A4937CF5A27}" dt="2026-03-10T05:44:24.679" v="505" actId="1076"/>
          <ac:spMkLst>
            <pc:docMk/>
            <pc:sldMk cId="876328000" sldId="1684"/>
            <ac:spMk id="6" creationId="{6C4695F1-A40F-2314-9F89-0180E44FAE4C}"/>
          </ac:spMkLst>
        </pc:spChg>
        <pc:picChg chg="add del mod">
          <ac:chgData name="NUR HANAN BINTI HAMDAN" userId="611587a3-4fba-4630-aec7-8c82a5204456" providerId="ADAL" clId="{2AC34E7B-6C1E-4DA6-825C-8A4937CF5A27}" dt="2026-03-10T05:28:03.257" v="441" actId="478"/>
          <ac:picMkLst>
            <pc:docMk/>
            <pc:sldMk cId="876328000" sldId="1684"/>
            <ac:picMk id="4" creationId="{B5B69DE8-94EA-3BBF-865C-EFEC58C95067}"/>
          </ac:picMkLst>
        </pc:picChg>
      </pc:sldChg>
      <pc:sldChg chg="del">
        <pc:chgData name="NUR HANAN BINTI HAMDAN" userId="611587a3-4fba-4630-aec7-8c82a5204456" providerId="ADAL" clId="{2AC34E7B-6C1E-4DA6-825C-8A4937CF5A27}" dt="2026-03-09T04:04:42.184" v="285" actId="47"/>
        <pc:sldMkLst>
          <pc:docMk/>
          <pc:sldMk cId="1081248065" sldId="1690"/>
        </pc:sldMkLst>
      </pc:sldChg>
      <pc:sldChg chg="del">
        <pc:chgData name="NUR HANAN BINTI HAMDAN" userId="611587a3-4fba-4630-aec7-8c82a5204456" providerId="ADAL" clId="{2AC34E7B-6C1E-4DA6-825C-8A4937CF5A27}" dt="2026-03-09T04:04:37.112" v="279" actId="47"/>
        <pc:sldMkLst>
          <pc:docMk/>
          <pc:sldMk cId="299003531" sldId="1691"/>
        </pc:sldMkLst>
      </pc:sldChg>
      <pc:sldChg chg="del">
        <pc:chgData name="NUR HANAN BINTI HAMDAN" userId="611587a3-4fba-4630-aec7-8c82a5204456" providerId="ADAL" clId="{2AC34E7B-6C1E-4DA6-825C-8A4937CF5A27}" dt="2026-03-09T04:04:40.632" v="283" actId="47"/>
        <pc:sldMkLst>
          <pc:docMk/>
          <pc:sldMk cId="936094895" sldId="1692"/>
        </pc:sldMkLst>
      </pc:sldChg>
      <pc:sldChg chg="del">
        <pc:chgData name="NUR HANAN BINTI HAMDAN" userId="611587a3-4fba-4630-aec7-8c82a5204456" providerId="ADAL" clId="{2AC34E7B-6C1E-4DA6-825C-8A4937CF5A27}" dt="2026-03-09T04:04:35.172" v="278" actId="47"/>
        <pc:sldMkLst>
          <pc:docMk/>
          <pc:sldMk cId="3758268154" sldId="1693"/>
        </pc:sldMkLst>
      </pc:sldChg>
      <pc:sldChg chg="del">
        <pc:chgData name="NUR HANAN BINTI HAMDAN" userId="611587a3-4fba-4630-aec7-8c82a5204456" providerId="ADAL" clId="{2AC34E7B-6C1E-4DA6-825C-8A4937CF5A27}" dt="2026-03-09T04:04:39.923" v="282" actId="47"/>
        <pc:sldMkLst>
          <pc:docMk/>
          <pc:sldMk cId="3921667246" sldId="1694"/>
        </pc:sldMkLst>
      </pc:sldChg>
      <pc:sldChg chg="del">
        <pc:chgData name="NUR HANAN BINTI HAMDAN" userId="611587a3-4fba-4630-aec7-8c82a5204456" providerId="ADAL" clId="{2AC34E7B-6C1E-4DA6-825C-8A4937CF5A27}" dt="2026-03-09T04:04:38.272" v="280" actId="47"/>
        <pc:sldMkLst>
          <pc:docMk/>
          <pc:sldMk cId="3201425945" sldId="1695"/>
        </pc:sldMkLst>
      </pc:sldChg>
      <pc:sldChg chg="del">
        <pc:chgData name="NUR HANAN BINTI HAMDAN" userId="611587a3-4fba-4630-aec7-8c82a5204456" providerId="ADAL" clId="{2AC34E7B-6C1E-4DA6-825C-8A4937CF5A27}" dt="2026-03-09T04:04:41.530" v="284" actId="47"/>
        <pc:sldMkLst>
          <pc:docMk/>
          <pc:sldMk cId="3333874698" sldId="1696"/>
        </pc:sldMkLst>
      </pc:sldChg>
      <pc:sldChg chg="del">
        <pc:chgData name="NUR HANAN BINTI HAMDAN" userId="611587a3-4fba-4630-aec7-8c82a5204456" providerId="ADAL" clId="{2AC34E7B-6C1E-4DA6-825C-8A4937CF5A27}" dt="2026-03-09T04:04:39.177" v="281" actId="47"/>
        <pc:sldMkLst>
          <pc:docMk/>
          <pc:sldMk cId="2595793506" sldId="1697"/>
        </pc:sldMkLst>
      </pc:sldChg>
      <pc:sldChg chg="del">
        <pc:chgData name="NUR HANAN BINTI HAMDAN" userId="611587a3-4fba-4630-aec7-8c82a5204456" providerId="ADAL" clId="{2AC34E7B-6C1E-4DA6-825C-8A4937CF5A27}" dt="2026-03-09T04:04:31.729" v="276" actId="47"/>
        <pc:sldMkLst>
          <pc:docMk/>
          <pc:sldMk cId="2234859826" sldId="1698"/>
        </pc:sldMkLst>
      </pc:sldChg>
      <pc:sldChg chg="modSp add del mod">
        <pc:chgData name="NUR HANAN BINTI HAMDAN" userId="611587a3-4fba-4630-aec7-8c82a5204456" providerId="ADAL" clId="{2AC34E7B-6C1E-4DA6-825C-8A4937CF5A27}" dt="2026-03-09T04:21:57.564" v="287" actId="47"/>
        <pc:sldMkLst>
          <pc:docMk/>
          <pc:sldMk cId="327250192" sldId="1699"/>
        </pc:sldMkLst>
      </pc:sldChg>
      <pc:sldChg chg="modSp new mod">
        <pc:chgData name="NUR HANAN BINTI HAMDAN" userId="611587a3-4fba-4630-aec7-8c82a5204456" providerId="ADAL" clId="{2AC34E7B-6C1E-4DA6-825C-8A4937CF5A27}" dt="2026-03-09T09:51:02.976" v="391" actId="20577"/>
        <pc:sldMkLst>
          <pc:docMk/>
          <pc:sldMk cId="1365966095" sldId="1701"/>
        </pc:sldMkLst>
        <pc:spChg chg="mod">
          <ac:chgData name="NUR HANAN BINTI HAMDAN" userId="611587a3-4fba-4630-aec7-8c82a5204456" providerId="ADAL" clId="{2AC34E7B-6C1E-4DA6-825C-8A4937CF5A27}" dt="2026-03-09T09:51:02.976" v="391" actId="20577"/>
          <ac:spMkLst>
            <pc:docMk/>
            <pc:sldMk cId="1365966095" sldId="1701"/>
            <ac:spMk id="3" creationId="{499550CE-1F01-D64C-016E-C239F3227BDE}"/>
          </ac:spMkLst>
        </pc:spChg>
      </pc:sldChg>
      <pc:sldChg chg="new">
        <pc:chgData name="NUR HANAN BINTI HAMDAN" userId="611587a3-4fba-4630-aec7-8c82a5204456" providerId="ADAL" clId="{2AC34E7B-6C1E-4DA6-825C-8A4937CF5A27}" dt="2026-03-09T10:03:58.697" v="392" actId="680"/>
        <pc:sldMkLst>
          <pc:docMk/>
          <pc:sldMk cId="2947493540" sldId="1702"/>
        </pc:sldMkLst>
      </pc:sldChg>
      <pc:sldChg chg="modSp new mod">
        <pc:chgData name="NUR HANAN BINTI HAMDAN" userId="611587a3-4fba-4630-aec7-8c82a5204456" providerId="ADAL" clId="{2AC34E7B-6C1E-4DA6-825C-8A4937CF5A27}" dt="2026-03-09T10:04:32.995" v="440" actId="20577"/>
        <pc:sldMkLst>
          <pc:docMk/>
          <pc:sldMk cId="2502215520" sldId="1703"/>
        </pc:sldMkLst>
        <pc:spChg chg="mod">
          <ac:chgData name="NUR HANAN BINTI HAMDAN" userId="611587a3-4fba-4630-aec7-8c82a5204456" providerId="ADAL" clId="{2AC34E7B-6C1E-4DA6-825C-8A4937CF5A27}" dt="2026-03-09T10:04:32.995" v="440" actId="20577"/>
          <ac:spMkLst>
            <pc:docMk/>
            <pc:sldMk cId="2502215520" sldId="1703"/>
            <ac:spMk id="2" creationId="{0D3975DB-C0CC-F603-CE17-EB6411E617D9}"/>
          </ac:spMkLst>
        </pc:spChg>
      </pc:sldChg>
    </pc:docChg>
  </pc:docChgLst>
</pc:chgInfo>
</file>

<file path=ppt/ink/ink1.xml><?xml version="1.0" encoding="utf-8"?>
<inkml:ink xmlns:inkml="http://www.w3.org/2003/InkML">
  <inkml:definitions>
    <inkml:context xml:id="ctx0">
      <inkml:inkSource xml:id="inkSrc0">
        <inkml:traceFormat>
          <inkml:channel name="X" type="integer" min="-1920" max="2880" units="cm"/>
          <inkml:channel name="Y" type="integer" max="1920" units="cm"/>
          <inkml:channel name="T" type="integer" max="2.14748E9" units="dev"/>
        </inkml:traceFormat>
        <inkml:channelProperties>
          <inkml:channelProperty channel="X" name="resolution" value="175.18248" units="1/cm"/>
          <inkml:channelProperty channel="Y" name="resolution" value="104.91803" units="1/cm"/>
          <inkml:channelProperty channel="T" name="resolution" value="1" units="1/dev"/>
        </inkml:channelProperties>
      </inkml:inkSource>
      <inkml:timestamp xml:id="ts0" timeString="2022-08-15T13:14:38.803"/>
    </inkml:context>
    <inkml:brush xml:id="br0">
      <inkml:brushProperty name="width" value="0.05292" units="cm"/>
      <inkml:brushProperty name="height" value="0.05292" units="cm"/>
      <inkml:brushProperty name="color" value="#FF0000"/>
    </inkml:brush>
  </inkml:definitions>
  <inkml:trace contextRef="#ctx0" brushRef="#br0">25864 17593 0</inkml:trace>
  <inkml:trace contextRef="#ctx0" brushRef="#br0" timeOffset="709.66">16441 7548 0</inkml:trace>
</inkml:ink>
</file>

<file path=ppt/ink/ink2.xml><?xml version="1.0" encoding="utf-8"?>
<inkml:ink xmlns:inkml="http://www.w3.org/2003/InkML">
  <inkml:definitions>
    <inkml:context xml:id="ctx0">
      <inkml:inkSource xml:id="inkSrc0">
        <inkml:traceFormat>
          <inkml:channel name="X" type="integer" min="-1920" max="2880" units="cm"/>
          <inkml:channel name="Y" type="integer" max="1920" units="cm"/>
          <inkml:channel name="T" type="integer" max="2.14748E9" units="dev"/>
        </inkml:traceFormat>
        <inkml:channelProperties>
          <inkml:channelProperty channel="X" name="resolution" value="175.18248" units="1/cm"/>
          <inkml:channelProperty channel="Y" name="resolution" value="104.91803" units="1/cm"/>
          <inkml:channelProperty channel="T" name="resolution" value="1" units="1/dev"/>
        </inkml:channelProperties>
      </inkml:inkSource>
      <inkml:timestamp xml:id="ts0" timeString="2022-08-15T13:20:41.686"/>
    </inkml:context>
    <inkml:brush xml:id="br0">
      <inkml:brushProperty name="width" value="0.05292" units="cm"/>
      <inkml:brushProperty name="height" value="0.05292" units="cm"/>
      <inkml:brushProperty name="color" value="#FF0000"/>
    </inkml:brush>
  </inkml:definitions>
  <inkml:trace contextRef="#ctx0" brushRef="#br0">19601 13848 0</inkml:trace>
</inkml:ink>
</file>

<file path=ppt/ink/ink3.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2-08-05T08:11:34.587"/>
    </inkml:context>
    <inkml:brush xml:id="br0">
      <inkml:brushProperty name="width" value="0.05292" units="cm"/>
      <inkml:brushProperty name="height" value="0.05292" units="cm"/>
      <inkml:brushProperty name="color" value="#FF0000"/>
    </inkml:brush>
  </inkml:definitions>
  <inkml:trace contextRef="#ctx0" brushRef="#br0">9165 7207 3679 0,'0'-3'320'0,"0"2"-320"16,0-1 0-16,0 2 0 0,0-3 304 0,0 2-16 16,0 1 0-16,0-3 0 0</inkml:trace>
</inkml:ink>
</file>

<file path=ppt/ink/ink4.xml><?xml version="1.0" encoding="utf-8"?>
<inkml:ink xmlns:inkml="http://www.w3.org/2003/InkML">
  <inkml:definitions>
    <inkml:context xml:id="ctx0">
      <inkml:inkSource xml:id="inkSrc0">
        <inkml:traceFormat>
          <inkml:channel name="X" type="integer" min="-1920" max="2880" units="cm"/>
          <inkml:channel name="Y" type="integer" max="1920" units="cm"/>
          <inkml:channel name="T" type="integer" max="2.14748E9" units="dev"/>
        </inkml:traceFormat>
        <inkml:channelProperties>
          <inkml:channelProperty channel="X" name="resolution" value="175.18248" units="1/cm"/>
          <inkml:channelProperty channel="Y" name="resolution" value="104.91803" units="1/cm"/>
          <inkml:channelProperty channel="T" name="resolution" value="1" units="1/dev"/>
        </inkml:channelProperties>
      </inkml:inkSource>
      <inkml:timestamp xml:id="ts0" timeString="2022-08-15T13:22:01.472"/>
    </inkml:context>
    <inkml:brush xml:id="br0">
      <inkml:brushProperty name="width" value="0.05292" units="cm"/>
      <inkml:brushProperty name="height" value="0.05292" units="cm"/>
      <inkml:brushProperty name="color" value="#FF0000"/>
    </inkml:brush>
  </inkml:definitions>
  <inkml:trace contextRef="#ctx0" brushRef="#br0">10614 10310 0</inkml:trace>
  <inkml:trace contextRef="#ctx0" brushRef="#br0" timeOffset="11954.72">7757 8721 0</inkml:trace>
</inkml:ink>
</file>

<file path=ppt/ink/ink5.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2-08-15T13:21:20.733"/>
    </inkml:context>
    <inkml:brush xml:id="br0">
      <inkml:brushProperty name="width" value="0.05292" units="cm"/>
      <inkml:brushProperty name="height" value="0.05292" units="cm"/>
      <inkml:brushProperty name="color" value="#FF0000"/>
    </inkml:brush>
  </inkml:definitions>
  <inkml:trace contextRef="#ctx0" brushRef="#br0">20717 3280 1487 0,'-6'0'0'0,"0"0"0"0,0 2 0 0,0-2 128 0,2 2-128 0,0 0 0 0</inkml:trace>
</inkml:ink>
</file>

<file path=ppt/ink/ink6.xml><?xml version="1.0" encoding="utf-8"?>
<inkml:ink xmlns:inkml="http://www.w3.org/2003/InkML">
  <inkml:definitions>
    <inkml:context xml:id="ctx0">
      <inkml:inkSource xml:id="inkSrc0">
        <inkml:traceFormat>
          <inkml:channel name="X" type="integer" min="-1920" max="2880" units="cm"/>
          <inkml:channel name="Y" type="integer" max="1920" units="cm"/>
          <inkml:channel name="T" type="integer" max="2.14748E9" units="dev"/>
        </inkml:traceFormat>
        <inkml:channelProperties>
          <inkml:channelProperty channel="X" name="resolution" value="175.18248" units="1/cm"/>
          <inkml:channelProperty channel="Y" name="resolution" value="104.91803" units="1/cm"/>
          <inkml:channelProperty channel="T" name="resolution" value="1" units="1/dev"/>
        </inkml:channelProperties>
      </inkml:inkSource>
      <inkml:timestamp xml:id="ts0" timeString="2022-08-15T13:23:43.465"/>
    </inkml:context>
    <inkml:brush xml:id="br0">
      <inkml:brushProperty name="width" value="0.05292" units="cm"/>
      <inkml:brushProperty name="height" value="0.05292" units="cm"/>
      <inkml:brushProperty name="color" value="#FF0000"/>
    </inkml:brush>
  </inkml:definitions>
  <inkml:trace contextRef="#ctx0" brushRef="#br0">27472 16458 0</inkml:trace>
  <inkml:trace contextRef="#ctx0" brushRef="#br0" timeOffset="687.61">27377 17858 0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8D54FA-FD13-492C-BD40-E2A6A8BFD13D}" type="datetimeFigureOut">
              <a:rPr kumimoji="1" lang="ja-JP" altLang="en-US" smtClean="0"/>
              <a:t>2026/3/10</a:t>
            </a:fld>
            <a:endParaRPr kumimoji="1" lang="ja-JP"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E0D16C-4676-4D19-BF17-A112DFA5E627}" type="slidenum">
              <a:rPr kumimoji="1" lang="ja-JP" altLang="en-US" smtClean="0"/>
              <a:t>‹#›</a:t>
            </a:fld>
            <a:endParaRPr kumimoji="1" lang="ja-JP" altLang="en-US"/>
          </a:p>
        </p:txBody>
      </p:sp>
    </p:spTree>
    <p:extLst>
      <p:ext uri="{BB962C8B-B14F-4D97-AF65-F5344CB8AC3E}">
        <p14:creationId xmlns:p14="http://schemas.microsoft.com/office/powerpoint/2010/main" val="56513850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E0D16C-4676-4D19-BF17-A112DFA5E62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1908484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5890E-07E9-FD93-B619-18559F584250}"/>
              </a:ext>
            </a:extLst>
          </p:cNvPr>
          <p:cNvSpPr>
            <a:spLocks noGrp="1"/>
          </p:cNvSpPr>
          <p:nvPr>
            <p:ph type="ctrTitle"/>
          </p:nvPr>
        </p:nvSpPr>
        <p:spPr>
          <a:xfrm>
            <a:off x="1524000" y="1122363"/>
            <a:ext cx="9144000" cy="2387600"/>
          </a:xfrm>
        </p:spPr>
        <p:txBody>
          <a:bodyPr anchor="b"/>
          <a:lstStyle>
            <a:lvl1pPr algn="ctr">
              <a:defRPr sz="6000"/>
            </a:lvl1pPr>
          </a:lstStyle>
          <a:p>
            <a:r>
              <a:rPr kumimoji="1" lang="en-US" altLang="ja-JP"/>
              <a:t>Click to edit Master title style</a:t>
            </a:r>
            <a:endParaRPr kumimoji="1" lang="ja-JP" altLang="en-US"/>
          </a:p>
        </p:txBody>
      </p:sp>
      <p:sp>
        <p:nvSpPr>
          <p:cNvPr id="3" name="Subtitle 2">
            <a:extLst>
              <a:ext uri="{FF2B5EF4-FFF2-40B4-BE49-F238E27FC236}">
                <a16:creationId xmlns:a16="http://schemas.microsoft.com/office/drawing/2014/main" id="{312E00ED-7C6C-102A-368A-495FCA431C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en-US" altLang="ja-JP"/>
              <a:t>Click to edit Master subtitle style</a:t>
            </a:r>
            <a:endParaRPr kumimoji="1" lang="ja-JP" altLang="en-US"/>
          </a:p>
        </p:txBody>
      </p:sp>
      <p:sp>
        <p:nvSpPr>
          <p:cNvPr id="4" name="Date Placeholder 3">
            <a:extLst>
              <a:ext uri="{FF2B5EF4-FFF2-40B4-BE49-F238E27FC236}">
                <a16:creationId xmlns:a16="http://schemas.microsoft.com/office/drawing/2014/main" id="{0187F9F6-EB4A-01C3-3E6E-DCC1AC9ECB1B}"/>
              </a:ext>
            </a:extLst>
          </p:cNvPr>
          <p:cNvSpPr>
            <a:spLocks noGrp="1"/>
          </p:cNvSpPr>
          <p:nvPr>
            <p:ph type="dt" sz="half" idx="10"/>
          </p:nvPr>
        </p:nvSpPr>
        <p:spPr/>
        <p:txBody>
          <a:bodyPr/>
          <a:lstStyle/>
          <a:p>
            <a:fld id="{04F6478E-85E4-4FF9-A298-4979272CB742}" type="datetimeFigureOut">
              <a:rPr kumimoji="1" lang="ja-JP" altLang="en-US" smtClean="0"/>
              <a:t>2026/3/10</a:t>
            </a:fld>
            <a:endParaRPr kumimoji="1" lang="ja-JP" altLang="en-US"/>
          </a:p>
        </p:txBody>
      </p:sp>
      <p:sp>
        <p:nvSpPr>
          <p:cNvPr id="5" name="Footer Placeholder 4">
            <a:extLst>
              <a:ext uri="{FF2B5EF4-FFF2-40B4-BE49-F238E27FC236}">
                <a16:creationId xmlns:a16="http://schemas.microsoft.com/office/drawing/2014/main" id="{3E6314F2-ADFA-37D9-74F7-EA4D02B8AD86}"/>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D8256E13-D30E-1CA0-6869-1680269064CA}"/>
              </a:ext>
            </a:extLst>
          </p:cNvPr>
          <p:cNvSpPr>
            <a:spLocks noGrp="1"/>
          </p:cNvSpPr>
          <p:nvPr>
            <p:ph type="sldNum" sz="quarter" idx="12"/>
          </p:nvPr>
        </p:nvSpPr>
        <p:spPr/>
        <p:txBody>
          <a:bodyPr/>
          <a:lstStyle/>
          <a:p>
            <a:fld id="{5C6C0BBA-F688-4111-8359-BF3A66D85731}" type="slidenum">
              <a:rPr kumimoji="1" lang="ja-JP" altLang="en-US" smtClean="0"/>
              <a:t>‹#›</a:t>
            </a:fld>
            <a:endParaRPr kumimoji="1" lang="ja-JP" altLang="en-US"/>
          </a:p>
        </p:txBody>
      </p:sp>
    </p:spTree>
    <p:extLst>
      <p:ext uri="{BB962C8B-B14F-4D97-AF65-F5344CB8AC3E}">
        <p14:creationId xmlns:p14="http://schemas.microsoft.com/office/powerpoint/2010/main" val="452747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875BA-53EC-99B8-2576-655FA7890DF9}"/>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3" name="Content Placeholder 2">
            <a:extLst>
              <a:ext uri="{FF2B5EF4-FFF2-40B4-BE49-F238E27FC236}">
                <a16:creationId xmlns:a16="http://schemas.microsoft.com/office/drawing/2014/main" id="{F5FE3423-35C4-BE36-FBCC-691DE5FF4059}"/>
              </a:ext>
            </a:extLst>
          </p:cNvPr>
          <p:cNvSpPr>
            <a:spLocks noGrp="1"/>
          </p:cNvSpPr>
          <p:nvPr>
            <p:ph idx="1"/>
          </p:nvPr>
        </p:nvSpPr>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a:extLst>
              <a:ext uri="{FF2B5EF4-FFF2-40B4-BE49-F238E27FC236}">
                <a16:creationId xmlns:a16="http://schemas.microsoft.com/office/drawing/2014/main" id="{1A031A88-1C2A-537D-D345-563EB37DDB16}"/>
              </a:ext>
            </a:extLst>
          </p:cNvPr>
          <p:cNvSpPr>
            <a:spLocks noGrp="1"/>
          </p:cNvSpPr>
          <p:nvPr>
            <p:ph type="dt" sz="half" idx="10"/>
          </p:nvPr>
        </p:nvSpPr>
        <p:spPr/>
        <p:txBody>
          <a:bodyPr/>
          <a:lstStyle/>
          <a:p>
            <a:fld id="{04F6478E-85E4-4FF9-A298-4979272CB742}" type="datetimeFigureOut">
              <a:rPr kumimoji="1" lang="ja-JP" altLang="en-US" smtClean="0"/>
              <a:t>2026/3/10</a:t>
            </a:fld>
            <a:endParaRPr kumimoji="1" lang="ja-JP" altLang="en-US"/>
          </a:p>
        </p:txBody>
      </p:sp>
      <p:sp>
        <p:nvSpPr>
          <p:cNvPr id="5" name="Footer Placeholder 4">
            <a:extLst>
              <a:ext uri="{FF2B5EF4-FFF2-40B4-BE49-F238E27FC236}">
                <a16:creationId xmlns:a16="http://schemas.microsoft.com/office/drawing/2014/main" id="{01B95B44-FF56-0D8C-EA39-EEA0CC9BED78}"/>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185FD0C3-A3F0-4F45-8EC3-9E16D3C7EA52}"/>
              </a:ext>
            </a:extLst>
          </p:cNvPr>
          <p:cNvSpPr>
            <a:spLocks noGrp="1"/>
          </p:cNvSpPr>
          <p:nvPr>
            <p:ph type="sldNum" sz="quarter" idx="12"/>
          </p:nvPr>
        </p:nvSpPr>
        <p:spPr/>
        <p:txBody>
          <a:bodyPr/>
          <a:lstStyle/>
          <a:p>
            <a:fld id="{5C6C0BBA-F688-4111-8359-BF3A66D85731}" type="slidenum">
              <a:rPr kumimoji="1" lang="ja-JP" altLang="en-US" smtClean="0"/>
              <a:t>‹#›</a:t>
            </a:fld>
            <a:endParaRPr kumimoji="1" lang="ja-JP" altLang="en-US"/>
          </a:p>
        </p:txBody>
      </p:sp>
    </p:spTree>
    <p:extLst>
      <p:ext uri="{BB962C8B-B14F-4D97-AF65-F5344CB8AC3E}">
        <p14:creationId xmlns:p14="http://schemas.microsoft.com/office/powerpoint/2010/main" val="469302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F3F7B-18B4-B95C-EB59-00F70F33EC2A}"/>
              </a:ext>
            </a:extLst>
          </p:cNvPr>
          <p:cNvSpPr>
            <a:spLocks noGrp="1"/>
          </p:cNvSpPr>
          <p:nvPr>
            <p:ph type="title"/>
          </p:nvPr>
        </p:nvSpPr>
        <p:spPr>
          <a:xfrm>
            <a:off x="831850" y="1709738"/>
            <a:ext cx="10515600" cy="2852737"/>
          </a:xfrm>
        </p:spPr>
        <p:txBody>
          <a:bodyPr anchor="b"/>
          <a:lstStyle>
            <a:lvl1pPr>
              <a:defRPr sz="6000"/>
            </a:lvl1pPr>
          </a:lstStyle>
          <a:p>
            <a:r>
              <a:rPr kumimoji="1" lang="en-US" altLang="ja-JP"/>
              <a:t>Click to edit Master title style</a:t>
            </a:r>
            <a:endParaRPr kumimoji="1" lang="ja-JP" altLang="en-US"/>
          </a:p>
        </p:txBody>
      </p:sp>
      <p:sp>
        <p:nvSpPr>
          <p:cNvPr id="3" name="Text Placeholder 2">
            <a:extLst>
              <a:ext uri="{FF2B5EF4-FFF2-40B4-BE49-F238E27FC236}">
                <a16:creationId xmlns:a16="http://schemas.microsoft.com/office/drawing/2014/main" id="{15C7FB2E-2E95-7601-2EE1-A377BE6214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en-US" altLang="ja-JP"/>
              <a:t>Click to edit Master text styles</a:t>
            </a:r>
          </a:p>
        </p:txBody>
      </p:sp>
      <p:sp>
        <p:nvSpPr>
          <p:cNvPr id="4" name="Date Placeholder 3">
            <a:extLst>
              <a:ext uri="{FF2B5EF4-FFF2-40B4-BE49-F238E27FC236}">
                <a16:creationId xmlns:a16="http://schemas.microsoft.com/office/drawing/2014/main" id="{19DE2BC1-54A3-5C58-F765-439B2BF9DD4F}"/>
              </a:ext>
            </a:extLst>
          </p:cNvPr>
          <p:cNvSpPr>
            <a:spLocks noGrp="1"/>
          </p:cNvSpPr>
          <p:nvPr>
            <p:ph type="dt" sz="half" idx="10"/>
          </p:nvPr>
        </p:nvSpPr>
        <p:spPr/>
        <p:txBody>
          <a:bodyPr/>
          <a:lstStyle/>
          <a:p>
            <a:fld id="{04F6478E-85E4-4FF9-A298-4979272CB742}" type="datetimeFigureOut">
              <a:rPr kumimoji="1" lang="ja-JP" altLang="en-US" smtClean="0"/>
              <a:t>2026/3/10</a:t>
            </a:fld>
            <a:endParaRPr kumimoji="1" lang="ja-JP" altLang="en-US"/>
          </a:p>
        </p:txBody>
      </p:sp>
      <p:sp>
        <p:nvSpPr>
          <p:cNvPr id="5" name="Footer Placeholder 4">
            <a:extLst>
              <a:ext uri="{FF2B5EF4-FFF2-40B4-BE49-F238E27FC236}">
                <a16:creationId xmlns:a16="http://schemas.microsoft.com/office/drawing/2014/main" id="{C3BD976C-0005-1A89-39FD-AC4C930F2339}"/>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076DFFD4-680D-3BB5-05BE-E5F2D500E256}"/>
              </a:ext>
            </a:extLst>
          </p:cNvPr>
          <p:cNvSpPr>
            <a:spLocks noGrp="1"/>
          </p:cNvSpPr>
          <p:nvPr>
            <p:ph type="sldNum" sz="quarter" idx="12"/>
          </p:nvPr>
        </p:nvSpPr>
        <p:spPr/>
        <p:txBody>
          <a:bodyPr/>
          <a:lstStyle/>
          <a:p>
            <a:fld id="{5C6C0BBA-F688-4111-8359-BF3A66D85731}" type="slidenum">
              <a:rPr kumimoji="1" lang="ja-JP" altLang="en-US" smtClean="0"/>
              <a:t>‹#›</a:t>
            </a:fld>
            <a:endParaRPr kumimoji="1" lang="ja-JP" altLang="en-US"/>
          </a:p>
        </p:txBody>
      </p:sp>
    </p:spTree>
    <p:extLst>
      <p:ext uri="{BB962C8B-B14F-4D97-AF65-F5344CB8AC3E}">
        <p14:creationId xmlns:p14="http://schemas.microsoft.com/office/powerpoint/2010/main" val="1137899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1ADA6-AC6B-83EE-8340-791E83566432}"/>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3" name="Content Placeholder 2">
            <a:extLst>
              <a:ext uri="{FF2B5EF4-FFF2-40B4-BE49-F238E27FC236}">
                <a16:creationId xmlns:a16="http://schemas.microsoft.com/office/drawing/2014/main" id="{6C9FDCAA-9D64-07C7-4545-125258428003}"/>
              </a:ext>
            </a:extLst>
          </p:cNvPr>
          <p:cNvSpPr>
            <a:spLocks noGrp="1"/>
          </p:cNvSpPr>
          <p:nvPr>
            <p:ph sz="half" idx="1"/>
          </p:nvPr>
        </p:nvSpPr>
        <p:spPr>
          <a:xfrm>
            <a:off x="838200" y="1825625"/>
            <a:ext cx="5181600" cy="4351338"/>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Content Placeholder 3">
            <a:extLst>
              <a:ext uri="{FF2B5EF4-FFF2-40B4-BE49-F238E27FC236}">
                <a16:creationId xmlns:a16="http://schemas.microsoft.com/office/drawing/2014/main" id="{D27D59B6-8C65-2166-7203-67A9A08CDA59}"/>
              </a:ext>
            </a:extLst>
          </p:cNvPr>
          <p:cNvSpPr>
            <a:spLocks noGrp="1"/>
          </p:cNvSpPr>
          <p:nvPr>
            <p:ph sz="half" idx="2"/>
          </p:nvPr>
        </p:nvSpPr>
        <p:spPr>
          <a:xfrm>
            <a:off x="6172200" y="1825625"/>
            <a:ext cx="5181600" cy="4351338"/>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5" name="Date Placeholder 4">
            <a:extLst>
              <a:ext uri="{FF2B5EF4-FFF2-40B4-BE49-F238E27FC236}">
                <a16:creationId xmlns:a16="http://schemas.microsoft.com/office/drawing/2014/main" id="{03F195F3-8506-F33F-AFD3-73B6A7AEE36E}"/>
              </a:ext>
            </a:extLst>
          </p:cNvPr>
          <p:cNvSpPr>
            <a:spLocks noGrp="1"/>
          </p:cNvSpPr>
          <p:nvPr>
            <p:ph type="dt" sz="half" idx="10"/>
          </p:nvPr>
        </p:nvSpPr>
        <p:spPr/>
        <p:txBody>
          <a:bodyPr/>
          <a:lstStyle/>
          <a:p>
            <a:fld id="{04F6478E-85E4-4FF9-A298-4979272CB742}" type="datetimeFigureOut">
              <a:rPr kumimoji="1" lang="ja-JP" altLang="en-US" smtClean="0"/>
              <a:t>2026/3/10</a:t>
            </a:fld>
            <a:endParaRPr kumimoji="1" lang="ja-JP" altLang="en-US"/>
          </a:p>
        </p:txBody>
      </p:sp>
      <p:sp>
        <p:nvSpPr>
          <p:cNvPr id="6" name="Footer Placeholder 5">
            <a:extLst>
              <a:ext uri="{FF2B5EF4-FFF2-40B4-BE49-F238E27FC236}">
                <a16:creationId xmlns:a16="http://schemas.microsoft.com/office/drawing/2014/main" id="{BF6DCFF8-5DBA-8D45-814C-AD200C880B37}"/>
              </a:ext>
            </a:extLst>
          </p:cNvPr>
          <p:cNvSpPr>
            <a:spLocks noGrp="1"/>
          </p:cNvSpPr>
          <p:nvPr>
            <p:ph type="ftr" sz="quarter" idx="11"/>
          </p:nvPr>
        </p:nvSpPr>
        <p:spPr/>
        <p:txBody>
          <a:bodyPr/>
          <a:lstStyle/>
          <a:p>
            <a:endParaRPr kumimoji="1" lang="ja-JP" altLang="en-US"/>
          </a:p>
        </p:txBody>
      </p:sp>
      <p:sp>
        <p:nvSpPr>
          <p:cNvPr id="7" name="Slide Number Placeholder 6">
            <a:extLst>
              <a:ext uri="{FF2B5EF4-FFF2-40B4-BE49-F238E27FC236}">
                <a16:creationId xmlns:a16="http://schemas.microsoft.com/office/drawing/2014/main" id="{E7018483-BAC3-B7DD-F48B-D6DF201836A3}"/>
              </a:ext>
            </a:extLst>
          </p:cNvPr>
          <p:cNvSpPr>
            <a:spLocks noGrp="1"/>
          </p:cNvSpPr>
          <p:nvPr>
            <p:ph type="sldNum" sz="quarter" idx="12"/>
          </p:nvPr>
        </p:nvSpPr>
        <p:spPr/>
        <p:txBody>
          <a:bodyPr/>
          <a:lstStyle/>
          <a:p>
            <a:fld id="{5C6C0BBA-F688-4111-8359-BF3A66D85731}" type="slidenum">
              <a:rPr kumimoji="1" lang="ja-JP" altLang="en-US" smtClean="0"/>
              <a:t>‹#›</a:t>
            </a:fld>
            <a:endParaRPr kumimoji="1" lang="ja-JP" altLang="en-US"/>
          </a:p>
        </p:txBody>
      </p:sp>
    </p:spTree>
    <p:extLst>
      <p:ext uri="{BB962C8B-B14F-4D97-AF65-F5344CB8AC3E}">
        <p14:creationId xmlns:p14="http://schemas.microsoft.com/office/powerpoint/2010/main" val="1667139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68D92-D9B7-0729-D312-763E9378C67A}"/>
              </a:ext>
            </a:extLst>
          </p:cNvPr>
          <p:cNvSpPr>
            <a:spLocks noGrp="1"/>
          </p:cNvSpPr>
          <p:nvPr>
            <p:ph type="title"/>
          </p:nvPr>
        </p:nvSpPr>
        <p:spPr>
          <a:xfrm>
            <a:off x="839788" y="365125"/>
            <a:ext cx="10515600" cy="1325563"/>
          </a:xfrm>
        </p:spPr>
        <p:txBody>
          <a:bodyPr/>
          <a:lstStyle/>
          <a:p>
            <a:r>
              <a:rPr kumimoji="1" lang="en-US" altLang="ja-JP"/>
              <a:t>Click to edit Master title style</a:t>
            </a:r>
            <a:endParaRPr kumimoji="1" lang="ja-JP" altLang="en-US"/>
          </a:p>
        </p:txBody>
      </p:sp>
      <p:sp>
        <p:nvSpPr>
          <p:cNvPr id="3" name="Text Placeholder 2">
            <a:extLst>
              <a:ext uri="{FF2B5EF4-FFF2-40B4-BE49-F238E27FC236}">
                <a16:creationId xmlns:a16="http://schemas.microsoft.com/office/drawing/2014/main" id="{0B6EDB4B-7D8D-045D-E4C5-A6135E4A53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en-US" altLang="ja-JP"/>
              <a:t>Click to edit Master text styles</a:t>
            </a:r>
          </a:p>
        </p:txBody>
      </p:sp>
      <p:sp>
        <p:nvSpPr>
          <p:cNvPr id="4" name="Content Placeholder 3">
            <a:extLst>
              <a:ext uri="{FF2B5EF4-FFF2-40B4-BE49-F238E27FC236}">
                <a16:creationId xmlns:a16="http://schemas.microsoft.com/office/drawing/2014/main" id="{1637CE72-37B6-1880-A614-B3CF42DEB422}"/>
              </a:ext>
            </a:extLst>
          </p:cNvPr>
          <p:cNvSpPr>
            <a:spLocks noGrp="1"/>
          </p:cNvSpPr>
          <p:nvPr>
            <p:ph sz="half" idx="2"/>
          </p:nvPr>
        </p:nvSpPr>
        <p:spPr>
          <a:xfrm>
            <a:off x="839788" y="2505075"/>
            <a:ext cx="5157787" cy="3684588"/>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5" name="Text Placeholder 4">
            <a:extLst>
              <a:ext uri="{FF2B5EF4-FFF2-40B4-BE49-F238E27FC236}">
                <a16:creationId xmlns:a16="http://schemas.microsoft.com/office/drawing/2014/main" id="{94E9AB77-91B7-61BC-E821-987D74ACBB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en-US" altLang="ja-JP"/>
              <a:t>Click to edit Master text styles</a:t>
            </a:r>
          </a:p>
        </p:txBody>
      </p:sp>
      <p:sp>
        <p:nvSpPr>
          <p:cNvPr id="6" name="Content Placeholder 5">
            <a:extLst>
              <a:ext uri="{FF2B5EF4-FFF2-40B4-BE49-F238E27FC236}">
                <a16:creationId xmlns:a16="http://schemas.microsoft.com/office/drawing/2014/main" id="{F52D1305-1136-7C5E-F614-00548820E301}"/>
              </a:ext>
            </a:extLst>
          </p:cNvPr>
          <p:cNvSpPr>
            <a:spLocks noGrp="1"/>
          </p:cNvSpPr>
          <p:nvPr>
            <p:ph sz="quarter" idx="4"/>
          </p:nvPr>
        </p:nvSpPr>
        <p:spPr>
          <a:xfrm>
            <a:off x="6172200" y="2505075"/>
            <a:ext cx="5183188" cy="3684588"/>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7" name="Date Placeholder 6">
            <a:extLst>
              <a:ext uri="{FF2B5EF4-FFF2-40B4-BE49-F238E27FC236}">
                <a16:creationId xmlns:a16="http://schemas.microsoft.com/office/drawing/2014/main" id="{F5C2B68B-BEFA-448B-EB5A-7AC201C63BCD}"/>
              </a:ext>
            </a:extLst>
          </p:cNvPr>
          <p:cNvSpPr>
            <a:spLocks noGrp="1"/>
          </p:cNvSpPr>
          <p:nvPr>
            <p:ph type="dt" sz="half" idx="10"/>
          </p:nvPr>
        </p:nvSpPr>
        <p:spPr/>
        <p:txBody>
          <a:bodyPr/>
          <a:lstStyle/>
          <a:p>
            <a:fld id="{04F6478E-85E4-4FF9-A298-4979272CB742}" type="datetimeFigureOut">
              <a:rPr kumimoji="1" lang="ja-JP" altLang="en-US" smtClean="0"/>
              <a:t>2026/3/10</a:t>
            </a:fld>
            <a:endParaRPr kumimoji="1" lang="ja-JP" altLang="en-US"/>
          </a:p>
        </p:txBody>
      </p:sp>
      <p:sp>
        <p:nvSpPr>
          <p:cNvPr id="8" name="Footer Placeholder 7">
            <a:extLst>
              <a:ext uri="{FF2B5EF4-FFF2-40B4-BE49-F238E27FC236}">
                <a16:creationId xmlns:a16="http://schemas.microsoft.com/office/drawing/2014/main" id="{E66B6C54-6190-A06D-186D-858EC84CABAF}"/>
              </a:ext>
            </a:extLst>
          </p:cNvPr>
          <p:cNvSpPr>
            <a:spLocks noGrp="1"/>
          </p:cNvSpPr>
          <p:nvPr>
            <p:ph type="ftr" sz="quarter" idx="11"/>
          </p:nvPr>
        </p:nvSpPr>
        <p:spPr/>
        <p:txBody>
          <a:bodyPr/>
          <a:lstStyle/>
          <a:p>
            <a:endParaRPr kumimoji="1" lang="ja-JP" altLang="en-US"/>
          </a:p>
        </p:txBody>
      </p:sp>
      <p:sp>
        <p:nvSpPr>
          <p:cNvPr id="9" name="Slide Number Placeholder 8">
            <a:extLst>
              <a:ext uri="{FF2B5EF4-FFF2-40B4-BE49-F238E27FC236}">
                <a16:creationId xmlns:a16="http://schemas.microsoft.com/office/drawing/2014/main" id="{D710E94D-A7CF-C364-451B-B7AABF043354}"/>
              </a:ext>
            </a:extLst>
          </p:cNvPr>
          <p:cNvSpPr>
            <a:spLocks noGrp="1"/>
          </p:cNvSpPr>
          <p:nvPr>
            <p:ph type="sldNum" sz="quarter" idx="12"/>
          </p:nvPr>
        </p:nvSpPr>
        <p:spPr/>
        <p:txBody>
          <a:bodyPr/>
          <a:lstStyle/>
          <a:p>
            <a:fld id="{5C6C0BBA-F688-4111-8359-BF3A66D85731}" type="slidenum">
              <a:rPr kumimoji="1" lang="ja-JP" altLang="en-US" smtClean="0"/>
              <a:t>‹#›</a:t>
            </a:fld>
            <a:endParaRPr kumimoji="1" lang="ja-JP" altLang="en-US"/>
          </a:p>
        </p:txBody>
      </p:sp>
    </p:spTree>
    <p:extLst>
      <p:ext uri="{BB962C8B-B14F-4D97-AF65-F5344CB8AC3E}">
        <p14:creationId xmlns:p14="http://schemas.microsoft.com/office/powerpoint/2010/main" val="671546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319C0-2299-EEA0-67AC-BDA93B62CA27}"/>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3" name="Date Placeholder 2">
            <a:extLst>
              <a:ext uri="{FF2B5EF4-FFF2-40B4-BE49-F238E27FC236}">
                <a16:creationId xmlns:a16="http://schemas.microsoft.com/office/drawing/2014/main" id="{985CCA3E-7109-B0BF-DC42-A8DBEB0185C1}"/>
              </a:ext>
            </a:extLst>
          </p:cNvPr>
          <p:cNvSpPr>
            <a:spLocks noGrp="1"/>
          </p:cNvSpPr>
          <p:nvPr>
            <p:ph type="dt" sz="half" idx="10"/>
          </p:nvPr>
        </p:nvSpPr>
        <p:spPr/>
        <p:txBody>
          <a:bodyPr/>
          <a:lstStyle/>
          <a:p>
            <a:fld id="{04F6478E-85E4-4FF9-A298-4979272CB742}" type="datetimeFigureOut">
              <a:rPr kumimoji="1" lang="ja-JP" altLang="en-US" smtClean="0"/>
              <a:t>2026/3/10</a:t>
            </a:fld>
            <a:endParaRPr kumimoji="1" lang="ja-JP" altLang="en-US"/>
          </a:p>
        </p:txBody>
      </p:sp>
      <p:sp>
        <p:nvSpPr>
          <p:cNvPr id="4" name="Footer Placeholder 3">
            <a:extLst>
              <a:ext uri="{FF2B5EF4-FFF2-40B4-BE49-F238E27FC236}">
                <a16:creationId xmlns:a16="http://schemas.microsoft.com/office/drawing/2014/main" id="{7ABFE0ED-74E9-DA41-BC99-613F8A488285}"/>
              </a:ext>
            </a:extLst>
          </p:cNvPr>
          <p:cNvSpPr>
            <a:spLocks noGrp="1"/>
          </p:cNvSpPr>
          <p:nvPr>
            <p:ph type="ftr" sz="quarter" idx="11"/>
          </p:nvPr>
        </p:nvSpPr>
        <p:spPr/>
        <p:txBody>
          <a:bodyPr/>
          <a:lstStyle/>
          <a:p>
            <a:endParaRPr kumimoji="1" lang="ja-JP" altLang="en-US"/>
          </a:p>
        </p:txBody>
      </p:sp>
      <p:sp>
        <p:nvSpPr>
          <p:cNvPr id="5" name="Slide Number Placeholder 4">
            <a:extLst>
              <a:ext uri="{FF2B5EF4-FFF2-40B4-BE49-F238E27FC236}">
                <a16:creationId xmlns:a16="http://schemas.microsoft.com/office/drawing/2014/main" id="{E62C0944-8FB4-2932-C822-B05FAC486912}"/>
              </a:ext>
            </a:extLst>
          </p:cNvPr>
          <p:cNvSpPr>
            <a:spLocks noGrp="1"/>
          </p:cNvSpPr>
          <p:nvPr>
            <p:ph type="sldNum" sz="quarter" idx="12"/>
          </p:nvPr>
        </p:nvSpPr>
        <p:spPr/>
        <p:txBody>
          <a:bodyPr/>
          <a:lstStyle/>
          <a:p>
            <a:fld id="{5C6C0BBA-F688-4111-8359-BF3A66D85731}" type="slidenum">
              <a:rPr kumimoji="1" lang="ja-JP" altLang="en-US" smtClean="0"/>
              <a:t>‹#›</a:t>
            </a:fld>
            <a:endParaRPr kumimoji="1" lang="ja-JP" altLang="en-US"/>
          </a:p>
        </p:txBody>
      </p:sp>
    </p:spTree>
    <p:extLst>
      <p:ext uri="{BB962C8B-B14F-4D97-AF65-F5344CB8AC3E}">
        <p14:creationId xmlns:p14="http://schemas.microsoft.com/office/powerpoint/2010/main" val="768752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F4B390-22FF-5307-DA0F-3633149497A1}"/>
              </a:ext>
            </a:extLst>
          </p:cNvPr>
          <p:cNvSpPr>
            <a:spLocks noGrp="1"/>
          </p:cNvSpPr>
          <p:nvPr>
            <p:ph type="dt" sz="half" idx="10"/>
          </p:nvPr>
        </p:nvSpPr>
        <p:spPr/>
        <p:txBody>
          <a:bodyPr/>
          <a:lstStyle/>
          <a:p>
            <a:fld id="{04F6478E-85E4-4FF9-A298-4979272CB742}" type="datetimeFigureOut">
              <a:rPr kumimoji="1" lang="ja-JP" altLang="en-US" smtClean="0"/>
              <a:t>2026/3/10</a:t>
            </a:fld>
            <a:endParaRPr kumimoji="1" lang="ja-JP" altLang="en-US"/>
          </a:p>
        </p:txBody>
      </p:sp>
      <p:sp>
        <p:nvSpPr>
          <p:cNvPr id="3" name="Footer Placeholder 2">
            <a:extLst>
              <a:ext uri="{FF2B5EF4-FFF2-40B4-BE49-F238E27FC236}">
                <a16:creationId xmlns:a16="http://schemas.microsoft.com/office/drawing/2014/main" id="{1361D723-0056-14A1-7227-6A88D497FD6E}"/>
              </a:ext>
            </a:extLst>
          </p:cNvPr>
          <p:cNvSpPr>
            <a:spLocks noGrp="1"/>
          </p:cNvSpPr>
          <p:nvPr>
            <p:ph type="ftr" sz="quarter" idx="11"/>
          </p:nvPr>
        </p:nvSpPr>
        <p:spPr/>
        <p:txBody>
          <a:bodyPr/>
          <a:lstStyle/>
          <a:p>
            <a:endParaRPr kumimoji="1" lang="ja-JP" altLang="en-US"/>
          </a:p>
        </p:txBody>
      </p:sp>
      <p:sp>
        <p:nvSpPr>
          <p:cNvPr id="4" name="Slide Number Placeholder 3">
            <a:extLst>
              <a:ext uri="{FF2B5EF4-FFF2-40B4-BE49-F238E27FC236}">
                <a16:creationId xmlns:a16="http://schemas.microsoft.com/office/drawing/2014/main" id="{C47956F7-3068-F42E-FC87-25202B6B3402}"/>
              </a:ext>
            </a:extLst>
          </p:cNvPr>
          <p:cNvSpPr>
            <a:spLocks noGrp="1"/>
          </p:cNvSpPr>
          <p:nvPr>
            <p:ph type="sldNum" sz="quarter" idx="12"/>
          </p:nvPr>
        </p:nvSpPr>
        <p:spPr/>
        <p:txBody>
          <a:bodyPr/>
          <a:lstStyle/>
          <a:p>
            <a:fld id="{5C6C0BBA-F688-4111-8359-BF3A66D85731}" type="slidenum">
              <a:rPr kumimoji="1" lang="ja-JP" altLang="en-US" smtClean="0"/>
              <a:t>‹#›</a:t>
            </a:fld>
            <a:endParaRPr kumimoji="1" lang="ja-JP" altLang="en-US"/>
          </a:p>
        </p:txBody>
      </p:sp>
    </p:spTree>
    <p:extLst>
      <p:ext uri="{BB962C8B-B14F-4D97-AF65-F5344CB8AC3E}">
        <p14:creationId xmlns:p14="http://schemas.microsoft.com/office/powerpoint/2010/main" val="1444331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21CA8-2251-08FE-92BD-7CAF3101F3DC}"/>
              </a:ext>
            </a:extLst>
          </p:cNvPr>
          <p:cNvSpPr>
            <a:spLocks noGrp="1"/>
          </p:cNvSpPr>
          <p:nvPr>
            <p:ph type="title"/>
          </p:nvPr>
        </p:nvSpPr>
        <p:spPr>
          <a:xfrm>
            <a:off x="839788" y="457200"/>
            <a:ext cx="3932237" cy="1600200"/>
          </a:xfrm>
        </p:spPr>
        <p:txBody>
          <a:bodyPr anchor="b"/>
          <a:lstStyle>
            <a:lvl1pPr>
              <a:defRPr sz="3200"/>
            </a:lvl1pPr>
          </a:lstStyle>
          <a:p>
            <a:r>
              <a:rPr kumimoji="1" lang="en-US" altLang="ja-JP"/>
              <a:t>Click to edit Master title style</a:t>
            </a:r>
            <a:endParaRPr kumimoji="1" lang="ja-JP" altLang="en-US"/>
          </a:p>
        </p:txBody>
      </p:sp>
      <p:sp>
        <p:nvSpPr>
          <p:cNvPr id="3" name="Content Placeholder 2">
            <a:extLst>
              <a:ext uri="{FF2B5EF4-FFF2-40B4-BE49-F238E27FC236}">
                <a16:creationId xmlns:a16="http://schemas.microsoft.com/office/drawing/2014/main" id="{DBE25C4A-931E-6578-5550-E597A30708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Text Placeholder 3">
            <a:extLst>
              <a:ext uri="{FF2B5EF4-FFF2-40B4-BE49-F238E27FC236}">
                <a16:creationId xmlns:a16="http://schemas.microsoft.com/office/drawing/2014/main" id="{62B725E3-C793-00E1-CB2D-6F7408665B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en-US" altLang="ja-JP"/>
              <a:t>Click to edit Master text styles</a:t>
            </a:r>
          </a:p>
        </p:txBody>
      </p:sp>
      <p:sp>
        <p:nvSpPr>
          <p:cNvPr id="5" name="Date Placeholder 4">
            <a:extLst>
              <a:ext uri="{FF2B5EF4-FFF2-40B4-BE49-F238E27FC236}">
                <a16:creationId xmlns:a16="http://schemas.microsoft.com/office/drawing/2014/main" id="{8450C5AB-5284-C0B8-BEDC-3040D03BD370}"/>
              </a:ext>
            </a:extLst>
          </p:cNvPr>
          <p:cNvSpPr>
            <a:spLocks noGrp="1"/>
          </p:cNvSpPr>
          <p:nvPr>
            <p:ph type="dt" sz="half" idx="10"/>
          </p:nvPr>
        </p:nvSpPr>
        <p:spPr/>
        <p:txBody>
          <a:bodyPr/>
          <a:lstStyle/>
          <a:p>
            <a:fld id="{04F6478E-85E4-4FF9-A298-4979272CB742}" type="datetimeFigureOut">
              <a:rPr kumimoji="1" lang="ja-JP" altLang="en-US" smtClean="0"/>
              <a:t>2026/3/10</a:t>
            </a:fld>
            <a:endParaRPr kumimoji="1" lang="ja-JP" altLang="en-US"/>
          </a:p>
        </p:txBody>
      </p:sp>
      <p:sp>
        <p:nvSpPr>
          <p:cNvPr id="6" name="Footer Placeholder 5">
            <a:extLst>
              <a:ext uri="{FF2B5EF4-FFF2-40B4-BE49-F238E27FC236}">
                <a16:creationId xmlns:a16="http://schemas.microsoft.com/office/drawing/2014/main" id="{23C4E4C2-07A5-B1FC-170F-949E98901CDA}"/>
              </a:ext>
            </a:extLst>
          </p:cNvPr>
          <p:cNvSpPr>
            <a:spLocks noGrp="1"/>
          </p:cNvSpPr>
          <p:nvPr>
            <p:ph type="ftr" sz="quarter" idx="11"/>
          </p:nvPr>
        </p:nvSpPr>
        <p:spPr/>
        <p:txBody>
          <a:bodyPr/>
          <a:lstStyle/>
          <a:p>
            <a:endParaRPr kumimoji="1" lang="ja-JP" altLang="en-US"/>
          </a:p>
        </p:txBody>
      </p:sp>
      <p:sp>
        <p:nvSpPr>
          <p:cNvPr id="7" name="Slide Number Placeholder 6">
            <a:extLst>
              <a:ext uri="{FF2B5EF4-FFF2-40B4-BE49-F238E27FC236}">
                <a16:creationId xmlns:a16="http://schemas.microsoft.com/office/drawing/2014/main" id="{335D699D-1BB9-C47B-3DD8-2B94B940E3A7}"/>
              </a:ext>
            </a:extLst>
          </p:cNvPr>
          <p:cNvSpPr>
            <a:spLocks noGrp="1"/>
          </p:cNvSpPr>
          <p:nvPr>
            <p:ph type="sldNum" sz="quarter" idx="12"/>
          </p:nvPr>
        </p:nvSpPr>
        <p:spPr/>
        <p:txBody>
          <a:bodyPr/>
          <a:lstStyle/>
          <a:p>
            <a:fld id="{5C6C0BBA-F688-4111-8359-BF3A66D85731}" type="slidenum">
              <a:rPr kumimoji="1" lang="ja-JP" altLang="en-US" smtClean="0"/>
              <a:t>‹#›</a:t>
            </a:fld>
            <a:endParaRPr kumimoji="1" lang="ja-JP" altLang="en-US"/>
          </a:p>
        </p:txBody>
      </p:sp>
    </p:spTree>
    <p:extLst>
      <p:ext uri="{BB962C8B-B14F-4D97-AF65-F5344CB8AC3E}">
        <p14:creationId xmlns:p14="http://schemas.microsoft.com/office/powerpoint/2010/main" val="622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77B87-2D31-3F54-3BED-7FD590140814}"/>
              </a:ext>
            </a:extLst>
          </p:cNvPr>
          <p:cNvSpPr>
            <a:spLocks noGrp="1"/>
          </p:cNvSpPr>
          <p:nvPr>
            <p:ph type="title"/>
          </p:nvPr>
        </p:nvSpPr>
        <p:spPr>
          <a:xfrm>
            <a:off x="839788" y="457200"/>
            <a:ext cx="3932237" cy="1600200"/>
          </a:xfrm>
        </p:spPr>
        <p:txBody>
          <a:bodyPr anchor="b"/>
          <a:lstStyle>
            <a:lvl1pPr>
              <a:defRPr sz="3200"/>
            </a:lvl1pPr>
          </a:lstStyle>
          <a:p>
            <a:r>
              <a:rPr kumimoji="1" lang="en-US" altLang="ja-JP"/>
              <a:t>Click to edit Master title style</a:t>
            </a:r>
            <a:endParaRPr kumimoji="1" lang="ja-JP" altLang="en-US"/>
          </a:p>
        </p:txBody>
      </p:sp>
      <p:sp>
        <p:nvSpPr>
          <p:cNvPr id="3" name="Picture Placeholder 2">
            <a:extLst>
              <a:ext uri="{FF2B5EF4-FFF2-40B4-BE49-F238E27FC236}">
                <a16:creationId xmlns:a16="http://schemas.microsoft.com/office/drawing/2014/main" id="{70E3F0A2-0F5C-9553-F9DA-FC64883E73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Text Placeholder 3">
            <a:extLst>
              <a:ext uri="{FF2B5EF4-FFF2-40B4-BE49-F238E27FC236}">
                <a16:creationId xmlns:a16="http://schemas.microsoft.com/office/drawing/2014/main" id="{1BB8E5E4-FED8-57D7-E1C6-54D98EBB95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en-US" altLang="ja-JP"/>
              <a:t>Click to edit Master text styles</a:t>
            </a:r>
          </a:p>
        </p:txBody>
      </p:sp>
      <p:sp>
        <p:nvSpPr>
          <p:cNvPr id="5" name="Date Placeholder 4">
            <a:extLst>
              <a:ext uri="{FF2B5EF4-FFF2-40B4-BE49-F238E27FC236}">
                <a16:creationId xmlns:a16="http://schemas.microsoft.com/office/drawing/2014/main" id="{1BDF7AC9-D321-CE75-AEBC-D52636B499B1}"/>
              </a:ext>
            </a:extLst>
          </p:cNvPr>
          <p:cNvSpPr>
            <a:spLocks noGrp="1"/>
          </p:cNvSpPr>
          <p:nvPr>
            <p:ph type="dt" sz="half" idx="10"/>
          </p:nvPr>
        </p:nvSpPr>
        <p:spPr/>
        <p:txBody>
          <a:bodyPr/>
          <a:lstStyle/>
          <a:p>
            <a:fld id="{04F6478E-85E4-4FF9-A298-4979272CB742}" type="datetimeFigureOut">
              <a:rPr kumimoji="1" lang="ja-JP" altLang="en-US" smtClean="0"/>
              <a:t>2026/3/10</a:t>
            </a:fld>
            <a:endParaRPr kumimoji="1" lang="ja-JP" altLang="en-US"/>
          </a:p>
        </p:txBody>
      </p:sp>
      <p:sp>
        <p:nvSpPr>
          <p:cNvPr id="6" name="Footer Placeholder 5">
            <a:extLst>
              <a:ext uri="{FF2B5EF4-FFF2-40B4-BE49-F238E27FC236}">
                <a16:creationId xmlns:a16="http://schemas.microsoft.com/office/drawing/2014/main" id="{432E9C1D-591D-509E-319C-8CFDA108FE82}"/>
              </a:ext>
            </a:extLst>
          </p:cNvPr>
          <p:cNvSpPr>
            <a:spLocks noGrp="1"/>
          </p:cNvSpPr>
          <p:nvPr>
            <p:ph type="ftr" sz="quarter" idx="11"/>
          </p:nvPr>
        </p:nvSpPr>
        <p:spPr/>
        <p:txBody>
          <a:bodyPr/>
          <a:lstStyle/>
          <a:p>
            <a:endParaRPr kumimoji="1" lang="ja-JP" altLang="en-US"/>
          </a:p>
        </p:txBody>
      </p:sp>
      <p:sp>
        <p:nvSpPr>
          <p:cNvPr id="7" name="Slide Number Placeholder 6">
            <a:extLst>
              <a:ext uri="{FF2B5EF4-FFF2-40B4-BE49-F238E27FC236}">
                <a16:creationId xmlns:a16="http://schemas.microsoft.com/office/drawing/2014/main" id="{751F1C56-0EB0-D14D-9C59-BC5D4B003D8F}"/>
              </a:ext>
            </a:extLst>
          </p:cNvPr>
          <p:cNvSpPr>
            <a:spLocks noGrp="1"/>
          </p:cNvSpPr>
          <p:nvPr>
            <p:ph type="sldNum" sz="quarter" idx="12"/>
          </p:nvPr>
        </p:nvSpPr>
        <p:spPr/>
        <p:txBody>
          <a:bodyPr/>
          <a:lstStyle/>
          <a:p>
            <a:fld id="{5C6C0BBA-F688-4111-8359-BF3A66D85731}" type="slidenum">
              <a:rPr kumimoji="1" lang="ja-JP" altLang="en-US" smtClean="0"/>
              <a:t>‹#›</a:t>
            </a:fld>
            <a:endParaRPr kumimoji="1" lang="ja-JP" altLang="en-US"/>
          </a:p>
        </p:txBody>
      </p:sp>
    </p:spTree>
    <p:extLst>
      <p:ext uri="{BB962C8B-B14F-4D97-AF65-F5344CB8AC3E}">
        <p14:creationId xmlns:p14="http://schemas.microsoft.com/office/powerpoint/2010/main" val="1656794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46A5D-C1AD-F049-0D16-D8D3ACC27CD0}"/>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3" name="Vertical Text Placeholder 2">
            <a:extLst>
              <a:ext uri="{FF2B5EF4-FFF2-40B4-BE49-F238E27FC236}">
                <a16:creationId xmlns:a16="http://schemas.microsoft.com/office/drawing/2014/main" id="{CEA54347-AB0E-D9B1-56D9-B3DF8884C3FD}"/>
              </a:ext>
            </a:extLst>
          </p:cNvPr>
          <p:cNvSpPr>
            <a:spLocks noGrp="1"/>
          </p:cNvSpPr>
          <p:nvPr>
            <p:ph type="body" orient="vert" idx="1"/>
          </p:nvPr>
        </p:nvSpPr>
        <p:spPr/>
        <p:txBody>
          <a:bodyPr vert="eaVert"/>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a:extLst>
              <a:ext uri="{FF2B5EF4-FFF2-40B4-BE49-F238E27FC236}">
                <a16:creationId xmlns:a16="http://schemas.microsoft.com/office/drawing/2014/main" id="{859D15CC-2F3F-5DEE-8AA4-643E19407C72}"/>
              </a:ext>
            </a:extLst>
          </p:cNvPr>
          <p:cNvSpPr>
            <a:spLocks noGrp="1"/>
          </p:cNvSpPr>
          <p:nvPr>
            <p:ph type="dt" sz="half" idx="10"/>
          </p:nvPr>
        </p:nvSpPr>
        <p:spPr/>
        <p:txBody>
          <a:bodyPr/>
          <a:lstStyle/>
          <a:p>
            <a:fld id="{04F6478E-85E4-4FF9-A298-4979272CB742}" type="datetimeFigureOut">
              <a:rPr kumimoji="1" lang="ja-JP" altLang="en-US" smtClean="0"/>
              <a:t>2026/3/10</a:t>
            </a:fld>
            <a:endParaRPr kumimoji="1" lang="ja-JP" altLang="en-US"/>
          </a:p>
        </p:txBody>
      </p:sp>
      <p:sp>
        <p:nvSpPr>
          <p:cNvPr id="5" name="Footer Placeholder 4">
            <a:extLst>
              <a:ext uri="{FF2B5EF4-FFF2-40B4-BE49-F238E27FC236}">
                <a16:creationId xmlns:a16="http://schemas.microsoft.com/office/drawing/2014/main" id="{C074B8E6-7DC3-0041-899A-ACB4EE863EA7}"/>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601698E1-DD51-2A8D-670C-93863F515C71}"/>
              </a:ext>
            </a:extLst>
          </p:cNvPr>
          <p:cNvSpPr>
            <a:spLocks noGrp="1"/>
          </p:cNvSpPr>
          <p:nvPr>
            <p:ph type="sldNum" sz="quarter" idx="12"/>
          </p:nvPr>
        </p:nvSpPr>
        <p:spPr/>
        <p:txBody>
          <a:bodyPr/>
          <a:lstStyle/>
          <a:p>
            <a:fld id="{5C6C0BBA-F688-4111-8359-BF3A66D85731}" type="slidenum">
              <a:rPr kumimoji="1" lang="ja-JP" altLang="en-US" smtClean="0"/>
              <a:t>‹#›</a:t>
            </a:fld>
            <a:endParaRPr kumimoji="1" lang="ja-JP" altLang="en-US"/>
          </a:p>
        </p:txBody>
      </p:sp>
    </p:spTree>
    <p:extLst>
      <p:ext uri="{BB962C8B-B14F-4D97-AF65-F5344CB8AC3E}">
        <p14:creationId xmlns:p14="http://schemas.microsoft.com/office/powerpoint/2010/main" val="1132190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09454F-2C6A-F8EB-9128-DF40D7E140EC}"/>
              </a:ext>
            </a:extLst>
          </p:cNvPr>
          <p:cNvSpPr>
            <a:spLocks noGrp="1"/>
          </p:cNvSpPr>
          <p:nvPr>
            <p:ph type="title" orient="vert"/>
          </p:nvPr>
        </p:nvSpPr>
        <p:spPr>
          <a:xfrm>
            <a:off x="8724900" y="365125"/>
            <a:ext cx="2628900" cy="5811838"/>
          </a:xfrm>
        </p:spPr>
        <p:txBody>
          <a:bodyPr vert="eaVert"/>
          <a:lstStyle/>
          <a:p>
            <a:r>
              <a:rPr kumimoji="1" lang="en-US" altLang="ja-JP"/>
              <a:t>Click to edit Master title style</a:t>
            </a:r>
            <a:endParaRPr kumimoji="1" lang="ja-JP" altLang="en-US"/>
          </a:p>
        </p:txBody>
      </p:sp>
      <p:sp>
        <p:nvSpPr>
          <p:cNvPr id="3" name="Vertical Text Placeholder 2">
            <a:extLst>
              <a:ext uri="{FF2B5EF4-FFF2-40B4-BE49-F238E27FC236}">
                <a16:creationId xmlns:a16="http://schemas.microsoft.com/office/drawing/2014/main" id="{086C00AC-9E67-8B71-E48F-6777DD3D52AF}"/>
              </a:ext>
            </a:extLst>
          </p:cNvPr>
          <p:cNvSpPr>
            <a:spLocks noGrp="1"/>
          </p:cNvSpPr>
          <p:nvPr>
            <p:ph type="body" orient="vert" idx="1"/>
          </p:nvPr>
        </p:nvSpPr>
        <p:spPr>
          <a:xfrm>
            <a:off x="838200" y="365125"/>
            <a:ext cx="7734300" cy="5811838"/>
          </a:xfrm>
        </p:spPr>
        <p:txBody>
          <a:bodyPr vert="eaVert"/>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a:extLst>
              <a:ext uri="{FF2B5EF4-FFF2-40B4-BE49-F238E27FC236}">
                <a16:creationId xmlns:a16="http://schemas.microsoft.com/office/drawing/2014/main" id="{A185668A-FEA7-D9FE-2FA8-0D5E3200D5A2}"/>
              </a:ext>
            </a:extLst>
          </p:cNvPr>
          <p:cNvSpPr>
            <a:spLocks noGrp="1"/>
          </p:cNvSpPr>
          <p:nvPr>
            <p:ph type="dt" sz="half" idx="10"/>
          </p:nvPr>
        </p:nvSpPr>
        <p:spPr/>
        <p:txBody>
          <a:bodyPr/>
          <a:lstStyle/>
          <a:p>
            <a:fld id="{04F6478E-85E4-4FF9-A298-4979272CB742}" type="datetimeFigureOut">
              <a:rPr kumimoji="1" lang="ja-JP" altLang="en-US" smtClean="0"/>
              <a:t>2026/3/10</a:t>
            </a:fld>
            <a:endParaRPr kumimoji="1" lang="ja-JP" altLang="en-US"/>
          </a:p>
        </p:txBody>
      </p:sp>
      <p:sp>
        <p:nvSpPr>
          <p:cNvPr id="5" name="Footer Placeholder 4">
            <a:extLst>
              <a:ext uri="{FF2B5EF4-FFF2-40B4-BE49-F238E27FC236}">
                <a16:creationId xmlns:a16="http://schemas.microsoft.com/office/drawing/2014/main" id="{F768C8DC-E029-E722-7D9D-215DA7DFAAB3}"/>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6617AF9C-D50B-E6E7-B37C-36B59667957F}"/>
              </a:ext>
            </a:extLst>
          </p:cNvPr>
          <p:cNvSpPr>
            <a:spLocks noGrp="1"/>
          </p:cNvSpPr>
          <p:nvPr>
            <p:ph type="sldNum" sz="quarter" idx="12"/>
          </p:nvPr>
        </p:nvSpPr>
        <p:spPr/>
        <p:txBody>
          <a:bodyPr/>
          <a:lstStyle/>
          <a:p>
            <a:fld id="{5C6C0BBA-F688-4111-8359-BF3A66D85731}" type="slidenum">
              <a:rPr kumimoji="1" lang="ja-JP" altLang="en-US" smtClean="0"/>
              <a:t>‹#›</a:t>
            </a:fld>
            <a:endParaRPr kumimoji="1" lang="ja-JP" altLang="en-US"/>
          </a:p>
        </p:txBody>
      </p:sp>
    </p:spTree>
    <p:extLst>
      <p:ext uri="{BB962C8B-B14F-4D97-AF65-F5344CB8AC3E}">
        <p14:creationId xmlns:p14="http://schemas.microsoft.com/office/powerpoint/2010/main" val="4134045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4100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DE08A0-0A80-E6D7-7BFE-A8C7234C3F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en-US" altLang="ja-JP"/>
              <a:t>Click to edit Master title style</a:t>
            </a:r>
            <a:endParaRPr kumimoji="1" lang="ja-JP" altLang="en-US"/>
          </a:p>
        </p:txBody>
      </p:sp>
      <p:sp>
        <p:nvSpPr>
          <p:cNvPr id="3" name="Text Placeholder 2">
            <a:extLst>
              <a:ext uri="{FF2B5EF4-FFF2-40B4-BE49-F238E27FC236}">
                <a16:creationId xmlns:a16="http://schemas.microsoft.com/office/drawing/2014/main" id="{DBAAA99F-D40F-E0F3-9307-024AAB2E1F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a:extLst>
              <a:ext uri="{FF2B5EF4-FFF2-40B4-BE49-F238E27FC236}">
                <a16:creationId xmlns:a16="http://schemas.microsoft.com/office/drawing/2014/main" id="{075BFB68-E0EC-FC9C-E2E7-14D10208D9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F6478E-85E4-4FF9-A298-4979272CB742}" type="datetimeFigureOut">
              <a:rPr kumimoji="1" lang="ja-JP" altLang="en-US" smtClean="0"/>
              <a:t>2026/3/10</a:t>
            </a:fld>
            <a:endParaRPr kumimoji="1" lang="ja-JP" altLang="en-US"/>
          </a:p>
        </p:txBody>
      </p:sp>
      <p:sp>
        <p:nvSpPr>
          <p:cNvPr id="5" name="Footer Placeholder 4">
            <a:extLst>
              <a:ext uri="{FF2B5EF4-FFF2-40B4-BE49-F238E27FC236}">
                <a16:creationId xmlns:a16="http://schemas.microsoft.com/office/drawing/2014/main" id="{185E3F4D-9BB9-8B67-EFDA-2237878AE7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a:extLst>
              <a:ext uri="{FF2B5EF4-FFF2-40B4-BE49-F238E27FC236}">
                <a16:creationId xmlns:a16="http://schemas.microsoft.com/office/drawing/2014/main" id="{37EBB5F8-D507-51B3-B40E-7D88181DD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6C0BBA-F688-4111-8359-BF3A66D85731}" type="slidenum">
              <a:rPr kumimoji="1" lang="ja-JP" altLang="en-US" smtClean="0"/>
              <a:t>‹#›</a:t>
            </a:fld>
            <a:endParaRPr kumimoji="1" lang="ja-JP" altLang="en-US"/>
          </a:p>
        </p:txBody>
      </p:sp>
    </p:spTree>
    <p:extLst>
      <p:ext uri="{BB962C8B-B14F-4D97-AF65-F5344CB8AC3E}">
        <p14:creationId xmlns:p14="http://schemas.microsoft.com/office/powerpoint/2010/main" val="35290560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80.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customXml" Target="../ink/ink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slideLayout" Target="../slideLayouts/slideLayout2.xml"/><Relationship Id="rId7" Type="http://schemas.openxmlformats.org/officeDocument/2006/relationships/image" Target="../media/image600.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customXml" Target="../ink/ink3.xml"/><Relationship Id="rId5" Type="http://schemas.openxmlformats.org/officeDocument/2006/relationships/image" Target="../media/image13.png"/><Relationship Id="rId4" Type="http://schemas.openxmlformats.org/officeDocument/2006/relationships/image" Target="../media/image14.jpeg"/><Relationship Id="rId9" Type="http://schemas.openxmlformats.org/officeDocument/2006/relationships/image" Target="../media/image97.png"/></Relationships>
</file>

<file path=ppt/slides/_rels/slide1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padlet.com/hnnhmdn/glt1031-occ-1-jnti17s92ni7jikn" TargetMode="External"/><Relationship Id="rId2" Type="http://schemas.openxmlformats.org/officeDocument/2006/relationships/image" Target="../media/image18.jpeg"/><Relationship Id="rId1" Type="http://schemas.openxmlformats.org/officeDocument/2006/relationships/slideLayout" Target="../slideLayouts/slideLayout7.xml"/><Relationship Id="rId6" Type="http://schemas.openxmlformats.org/officeDocument/2006/relationships/hyperlink" Target="https://padlet.com/hnnhmdn/glt1031-occ-4-84bzjh0qgvtff2q7" TargetMode="External"/><Relationship Id="rId5" Type="http://schemas.openxmlformats.org/officeDocument/2006/relationships/hyperlink" Target="https://padlet.com/hnnhmdn/glt1031-occ-3-o3omfw89eupzl2bx" TargetMode="External"/><Relationship Id="rId4" Type="http://schemas.openxmlformats.org/officeDocument/2006/relationships/hyperlink" Target="https://padlet.com/hnnhmdn/glt1031-occ-2-d7ml4esd2f9gpqx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1000" r="-11000"/>
          </a:stretch>
        </a:blipFill>
        <a:effectLst/>
      </p:bgPr>
    </p:bg>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C857EB4B-3059-2FED-A823-C36CDCD74DF5}"/>
              </a:ext>
            </a:extLst>
          </p:cNvPr>
          <p:cNvSpPr txBox="1">
            <a:spLocks/>
          </p:cNvSpPr>
          <p:nvPr/>
        </p:nvSpPr>
        <p:spPr>
          <a:xfrm>
            <a:off x="724972" y="482196"/>
            <a:ext cx="11190636" cy="1268448"/>
          </a:xfrm>
          <a:prstGeom prst="rect">
            <a:avLst/>
          </a:prstGeom>
        </p:spPr>
        <p:txBody>
          <a:bodyPr anchor="ctr">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ja-JP" sz="8000" b="1" dirty="0">
                <a:solidFill>
                  <a:prstClr val="black"/>
                </a:solidFill>
                <a:latin typeface="UD Digi Kyokasho N-B" panose="02020700000000000000" pitchFamily="17" charset="-128"/>
                <a:ea typeface="UD Digi Kyokasho N-B" panose="02020700000000000000" pitchFamily="17" charset="-128"/>
              </a:rPr>
              <a:t>GLT1031</a:t>
            </a:r>
            <a:r>
              <a:rPr kumimoji="1" lang="en-US" altLang="ja-JP" sz="8000" b="1" i="0" u="none" strike="noStrike" kern="1200" cap="none" spc="0" normalizeH="0" baseline="0" noProof="0" dirty="0">
                <a:ln>
                  <a:noFill/>
                </a:ln>
                <a:solidFill>
                  <a:prstClr val="black"/>
                </a:solidFill>
                <a:effectLst/>
                <a:uLnTx/>
                <a:uFillTx/>
                <a:latin typeface="UD Digi Kyokasho N-B" panose="02020700000000000000" pitchFamily="17" charset="-128"/>
                <a:ea typeface="UD Digi Kyokasho N-B" panose="02020700000000000000" pitchFamily="17" charset="-128"/>
                <a:cs typeface="+mn-cs"/>
              </a:rPr>
              <a:t> Ba</a:t>
            </a:r>
            <a:r>
              <a:rPr lang="en-US" altLang="ja-JP" sz="8000" b="1" dirty="0">
                <a:solidFill>
                  <a:prstClr val="black"/>
                </a:solidFill>
                <a:latin typeface="UD Digi Kyokasho N-B" panose="02020700000000000000" pitchFamily="17" charset="-128"/>
                <a:ea typeface="UD Digi Kyokasho N-B" panose="02020700000000000000" pitchFamily="17" charset="-128"/>
              </a:rPr>
              <a:t>sic Japanese </a:t>
            </a:r>
            <a:r>
              <a:rPr lang="en-US" altLang="ja-JP" sz="8000" b="1" dirty="0" err="1">
                <a:solidFill>
                  <a:prstClr val="black"/>
                </a:solidFill>
                <a:latin typeface="UD Digi Kyokasho N-B" panose="02020700000000000000" pitchFamily="17" charset="-128"/>
                <a:ea typeface="UD Digi Kyokasho N-B" panose="02020700000000000000" pitchFamily="17" charset="-128"/>
              </a:rPr>
              <a:t>Languge</a:t>
            </a:r>
            <a:r>
              <a:rPr lang="en-US" altLang="ja-JP" sz="8000" b="1" dirty="0">
                <a:solidFill>
                  <a:prstClr val="black"/>
                </a:solidFill>
                <a:latin typeface="UD Digi Kyokasho N-B" panose="02020700000000000000" pitchFamily="17" charset="-128"/>
                <a:ea typeface="UD Digi Kyokasho N-B" panose="02020700000000000000" pitchFamily="17" charset="-128"/>
              </a:rPr>
              <a:t> 1</a:t>
            </a:r>
            <a:endParaRPr kumimoji="1" lang="ja-JP" altLang="en-US" sz="8000" b="1" i="0" u="none" strike="noStrike" kern="1200" cap="none" spc="0" normalizeH="0" baseline="0" noProof="0" dirty="0">
              <a:ln>
                <a:noFill/>
              </a:ln>
              <a:solidFill>
                <a:prstClr val="black"/>
              </a:solidFill>
              <a:effectLst/>
              <a:uLnTx/>
              <a:uFillTx/>
              <a:latin typeface="UD Digi Kyokasho N-B" panose="02020700000000000000" pitchFamily="17" charset="-128"/>
              <a:ea typeface="UD Digi Kyokasho N-B" panose="02020700000000000000" pitchFamily="17" charset="-128"/>
              <a:cs typeface="+mn-cs"/>
            </a:endParaRPr>
          </a:p>
        </p:txBody>
      </p:sp>
      <p:sp>
        <p:nvSpPr>
          <p:cNvPr id="7" name="TextBox 6">
            <a:extLst>
              <a:ext uri="{FF2B5EF4-FFF2-40B4-BE49-F238E27FC236}">
                <a16:creationId xmlns:a16="http://schemas.microsoft.com/office/drawing/2014/main" id="{CB8C2035-C2C8-F0BB-96A6-85C6E65941EE}"/>
              </a:ext>
            </a:extLst>
          </p:cNvPr>
          <p:cNvSpPr txBox="1"/>
          <p:nvPr/>
        </p:nvSpPr>
        <p:spPr>
          <a:xfrm>
            <a:off x="7971549" y="1524511"/>
            <a:ext cx="4145969" cy="1569660"/>
          </a:xfrm>
          <a:prstGeom prst="rect">
            <a:avLst/>
          </a:prstGeom>
          <a:gradFill>
            <a:gsLst>
              <a:gs pos="0">
                <a:schemeClr val="accent5">
                  <a:lumMod val="20000"/>
                  <a:lumOff val="80000"/>
                </a:schemeClr>
              </a:gs>
              <a:gs pos="74000">
                <a:schemeClr val="accent5">
                  <a:lumMod val="40000"/>
                  <a:lumOff val="60000"/>
                </a:schemeClr>
              </a:gs>
              <a:gs pos="100000">
                <a:schemeClr val="accent5">
                  <a:lumMod val="60000"/>
                  <a:lumOff val="40000"/>
                </a:schemeClr>
              </a:gs>
            </a:gsLst>
            <a:lin ang="5400000" scaled="1"/>
          </a:gra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600" b="0" i="0" u="none" strike="noStrike" kern="1200" cap="none" spc="0" normalizeH="0" baseline="0" noProof="0" dirty="0">
                <a:ln>
                  <a:noFill/>
                </a:ln>
                <a:solidFill>
                  <a:prstClr val="black"/>
                </a:solidFill>
                <a:effectLst/>
                <a:uLnTx/>
                <a:uFillTx/>
                <a:latin typeface="UD デジタル 教科書体 N-B" panose="02020700000000000000" pitchFamily="17" charset="-128"/>
                <a:ea typeface="UD デジタル 教科書体 N-B" panose="02020700000000000000" pitchFamily="17" charset="-128"/>
                <a:cs typeface="+mn-cs"/>
              </a:rPr>
              <a:t>日本語</a:t>
            </a:r>
            <a:endParaRPr kumimoji="1" lang="ja-JP" altLang="en-US" sz="8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378414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B5EF9-4E37-4E31-8FB2-4B199A367470}"/>
              </a:ext>
            </a:extLst>
          </p:cNvPr>
          <p:cNvSpPr>
            <a:spLocks noGrp="1"/>
          </p:cNvSpPr>
          <p:nvPr>
            <p:ph type="title"/>
          </p:nvPr>
        </p:nvSpPr>
        <p:spPr>
          <a:xfrm>
            <a:off x="838199" y="219520"/>
            <a:ext cx="10429875" cy="1325563"/>
          </a:xfrm>
        </p:spPr>
        <p:txBody>
          <a:bodyPr>
            <a:normAutofit/>
          </a:bodyPr>
          <a:lstStyle/>
          <a:p>
            <a:pPr algn="ctr"/>
            <a:r>
              <a:rPr lang="en-US" sz="6000" dirty="0">
                <a:latin typeface="Arial" panose="020B0604020202020204" pitchFamily="34" charset="0"/>
                <a:ea typeface="UD Digi Kyokasho N-B" panose="02020700000000000000" pitchFamily="17" charset="-128"/>
                <a:cs typeface="Arial" panose="020B0604020202020204" pitchFamily="34" charset="0"/>
              </a:rPr>
              <a:t>INTRODUCTION</a:t>
            </a:r>
          </a:p>
        </p:txBody>
      </p:sp>
      <p:sp>
        <p:nvSpPr>
          <p:cNvPr id="3" name="Content Placeholder 2">
            <a:extLst>
              <a:ext uri="{FF2B5EF4-FFF2-40B4-BE49-F238E27FC236}">
                <a16:creationId xmlns:a16="http://schemas.microsoft.com/office/drawing/2014/main" id="{A6A4E447-6E85-4E43-A990-17691F757CBE}"/>
              </a:ext>
            </a:extLst>
          </p:cNvPr>
          <p:cNvSpPr>
            <a:spLocks noGrp="1"/>
          </p:cNvSpPr>
          <p:nvPr>
            <p:ph idx="1"/>
          </p:nvPr>
        </p:nvSpPr>
        <p:spPr>
          <a:xfrm>
            <a:off x="164057" y="1659242"/>
            <a:ext cx="11816661" cy="4538358"/>
          </a:xfrm>
        </p:spPr>
        <p:txBody>
          <a:bodyPr>
            <a:normAutofit fontScale="70000" lnSpcReduction="20000"/>
          </a:bodyPr>
          <a:lstStyle/>
          <a:p>
            <a:pPr>
              <a:lnSpc>
                <a:spcPct val="150000"/>
              </a:lnSpc>
            </a:pPr>
            <a:r>
              <a:rPr lang="en-US" altLang="ja-JP" sz="4400" dirty="0">
                <a:latin typeface="Arial" panose="020B0604020202020204" pitchFamily="34" charset="0"/>
                <a:ea typeface="UD Digi Kyokasho N-B" panose="02020700000000000000" pitchFamily="17" charset="-128"/>
                <a:cs typeface="Arial" panose="020B0604020202020204" pitchFamily="34" charset="0"/>
              </a:rPr>
              <a:t>Name that you want everyone to call you.</a:t>
            </a:r>
          </a:p>
          <a:p>
            <a:pPr>
              <a:lnSpc>
                <a:spcPct val="150000"/>
              </a:lnSpc>
            </a:pPr>
            <a:r>
              <a:rPr lang="en-US" altLang="ja-JP" sz="4400" dirty="0">
                <a:latin typeface="Arial" panose="020B0604020202020204" pitchFamily="34" charset="0"/>
                <a:ea typeface="UD Digi Kyokasho N-B" panose="02020700000000000000" pitchFamily="17" charset="-128"/>
                <a:cs typeface="Arial" panose="020B0604020202020204" pitchFamily="34" charset="0"/>
              </a:rPr>
              <a:t>Which Faculty? Your major?</a:t>
            </a:r>
          </a:p>
          <a:p>
            <a:pPr>
              <a:lnSpc>
                <a:spcPct val="150000"/>
              </a:lnSpc>
            </a:pPr>
            <a:r>
              <a:rPr lang="en-US" altLang="ja-JP" sz="4400" dirty="0">
                <a:latin typeface="Arial" panose="020B0604020202020204" pitchFamily="34" charset="0"/>
                <a:ea typeface="UD Digi Kyokasho N-B" panose="02020700000000000000" pitchFamily="17" charset="-128"/>
                <a:cs typeface="Arial" panose="020B0604020202020204" pitchFamily="34" charset="0"/>
              </a:rPr>
              <a:t>Hobby/Interest?</a:t>
            </a:r>
          </a:p>
          <a:p>
            <a:pPr>
              <a:lnSpc>
                <a:spcPct val="150000"/>
              </a:lnSpc>
            </a:pPr>
            <a:r>
              <a:rPr lang="en-US" altLang="ja-JP" sz="4400" dirty="0">
                <a:latin typeface="Arial" panose="020B0604020202020204" pitchFamily="34" charset="0"/>
                <a:ea typeface="UD Digi Kyokasho N-B" panose="02020700000000000000" pitchFamily="17" charset="-128"/>
                <a:cs typeface="Arial" panose="020B0604020202020204" pitchFamily="34" charset="0"/>
              </a:rPr>
              <a:t>Why you choose Japanese Language elective?</a:t>
            </a:r>
          </a:p>
          <a:p>
            <a:pPr>
              <a:lnSpc>
                <a:spcPct val="150000"/>
              </a:lnSpc>
            </a:pPr>
            <a:r>
              <a:rPr lang="en-US" altLang="ja-JP" sz="4400" dirty="0">
                <a:latin typeface="Arial" panose="020B0604020202020204" pitchFamily="34" charset="0"/>
                <a:ea typeface="UD Digi Kyokasho N-B" panose="02020700000000000000" pitchFamily="17" charset="-128"/>
                <a:cs typeface="Arial" panose="020B0604020202020204" pitchFamily="34" charset="0"/>
              </a:rPr>
              <a:t>Do you have any basic Japanese Language?</a:t>
            </a:r>
          </a:p>
          <a:p>
            <a:pPr>
              <a:lnSpc>
                <a:spcPct val="150000"/>
              </a:lnSpc>
            </a:pPr>
            <a:r>
              <a:rPr lang="en-US" altLang="ja-JP" sz="4400" dirty="0">
                <a:latin typeface="Arial" panose="020B0604020202020204" pitchFamily="34" charset="0"/>
                <a:ea typeface="UD Digi Kyokasho N-B" panose="02020700000000000000" pitchFamily="17" charset="-128"/>
                <a:cs typeface="Arial" panose="020B0604020202020204" pitchFamily="34" charset="0"/>
              </a:rPr>
              <a:t>Extra information that you want to share with everyone!</a:t>
            </a:r>
          </a:p>
        </p:txBody>
      </p:sp>
    </p:spTree>
    <p:extLst>
      <p:ext uri="{BB962C8B-B14F-4D97-AF65-F5344CB8AC3E}">
        <p14:creationId xmlns:p14="http://schemas.microsoft.com/office/powerpoint/2010/main" val="909086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B109B-C099-DDCA-9E27-92D140FDA7F4}"/>
              </a:ext>
            </a:extLst>
          </p:cNvPr>
          <p:cNvSpPr>
            <a:spLocks noGrp="1"/>
          </p:cNvSpPr>
          <p:nvPr>
            <p:ph type="ctrTitle"/>
          </p:nvPr>
        </p:nvSpPr>
        <p:spPr/>
        <p:txBody>
          <a:bodyPr>
            <a:normAutofit/>
          </a:bodyPr>
          <a:lstStyle/>
          <a:p>
            <a:r>
              <a:rPr lang="en-US" sz="8000" dirty="0"/>
              <a:t>97ujcf</a:t>
            </a:r>
          </a:p>
        </p:txBody>
      </p:sp>
    </p:spTree>
    <p:extLst>
      <p:ext uri="{BB962C8B-B14F-4D97-AF65-F5344CB8AC3E}">
        <p14:creationId xmlns:p14="http://schemas.microsoft.com/office/powerpoint/2010/main" val="2190785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C9F589B9-93DD-4D20-B832-2FB9D4A33979}"/>
              </a:ext>
            </a:extLst>
          </p:cNvPr>
          <p:cNvPicPr>
            <a:picLocks noChangeAspect="1"/>
          </p:cNvPicPr>
          <p:nvPr/>
        </p:nvPicPr>
        <p:blipFill rotWithShape="1">
          <a:blip r:embed="rId2"/>
          <a:srcRect l="54752" t="14675" r="7512" b="32075"/>
          <a:stretch/>
        </p:blipFill>
        <p:spPr>
          <a:xfrm>
            <a:off x="2521856" y="62436"/>
            <a:ext cx="7148287" cy="6733128"/>
          </a:xfrm>
          <a:prstGeom prst="rect">
            <a:avLst/>
          </a:prstGeom>
        </p:spPr>
      </p:pic>
    </p:spTree>
    <p:extLst>
      <p:ext uri="{BB962C8B-B14F-4D97-AF65-F5344CB8AC3E}">
        <p14:creationId xmlns:p14="http://schemas.microsoft.com/office/powerpoint/2010/main" val="302325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AE0FA8-0FA7-4858-2D4C-615A2BE65E6C}"/>
            </a:ext>
          </a:extLst>
        </p:cNvPr>
        <p:cNvGrpSpPr/>
        <p:nvPr/>
      </p:nvGrpSpPr>
      <p:grpSpPr>
        <a:xfrm>
          <a:off x="0" y="0"/>
          <a:ext cx="0" cy="0"/>
          <a:chOff x="0" y="0"/>
          <a:chExt cx="0" cy="0"/>
        </a:xfrm>
      </p:grpSpPr>
      <p:pic>
        <p:nvPicPr>
          <p:cNvPr id="1028" name="Picture 4" descr="フランス人が勝手に想像する日本のイメージ〜食事編〜 | TABIZINE ...">
            <a:extLst>
              <a:ext uri="{FF2B5EF4-FFF2-40B4-BE49-F238E27FC236}">
                <a16:creationId xmlns:a16="http://schemas.microsoft.com/office/drawing/2014/main" id="{E99FDF9D-05E9-454A-8C19-09ADF2D63CA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861668"/>
            <a:ext cx="3278292" cy="218825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桜の花筏が感動的！「弘前さくらまつり」絶景撮影ポイント４選 - Plat ...">
            <a:extLst>
              <a:ext uri="{FF2B5EF4-FFF2-40B4-BE49-F238E27FC236}">
                <a16:creationId xmlns:a16="http://schemas.microsoft.com/office/drawing/2014/main" id="{46E06A89-562F-4D44-BFC4-F6F693748BF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243493" y="1125281"/>
            <a:ext cx="3743538" cy="460743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海外が見た日本のイメージトップ5！ | The-Rankers">
            <a:extLst>
              <a:ext uri="{FF2B5EF4-FFF2-40B4-BE49-F238E27FC236}">
                <a16:creationId xmlns:a16="http://schemas.microsoft.com/office/drawing/2014/main" id="{83923F1A-E229-4277-AE09-129F70F9575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308764" y="874524"/>
            <a:ext cx="3239769" cy="216254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あにてれ :NARUTO‐ナルト‐【綱手捜索編】">
            <a:extLst>
              <a:ext uri="{FF2B5EF4-FFF2-40B4-BE49-F238E27FC236}">
                <a16:creationId xmlns:a16="http://schemas.microsoft.com/office/drawing/2014/main" id="{D8EEF004-5A8B-4CC3-B960-FBDE45BD4C64}"/>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643467" y="3980176"/>
            <a:ext cx="3278292" cy="184403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oraemon (TV 3/2005) - Anime News Network">
            <a:extLst>
              <a:ext uri="{FF2B5EF4-FFF2-40B4-BE49-F238E27FC236}">
                <a16:creationId xmlns:a16="http://schemas.microsoft.com/office/drawing/2014/main" id="{A9D16F9C-1369-42CC-8940-0D1451A7D928}"/>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8606651" y="3589863"/>
            <a:ext cx="2643992" cy="2643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318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交通情報【マレーシア政府観光局公式サイト】">
            <a:extLst>
              <a:ext uri="{FF2B5EF4-FFF2-40B4-BE49-F238E27FC236}">
                <a16:creationId xmlns:a16="http://schemas.microsoft.com/office/drawing/2014/main" id="{8B621DBD-FF96-4185-890A-CCCAEFF7B78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332957" y="643466"/>
            <a:ext cx="7526085"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6407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Map of Japan. #Maps #travel #holiday ** | Japan map, Japan ...">
            <a:extLst>
              <a:ext uri="{FF2B5EF4-FFF2-40B4-BE49-F238E27FC236}">
                <a16:creationId xmlns:a16="http://schemas.microsoft.com/office/drawing/2014/main" id="{C5780C77-E2EF-4548-AFBB-3BC801A1912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598778" y="643466"/>
            <a:ext cx="6994444"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5952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7779CF-8931-170D-B068-E1D2C1091FC6}"/>
            </a:ext>
          </a:extLst>
        </p:cNvPr>
        <p:cNvGrpSpPr/>
        <p:nvPr/>
      </p:nvGrpSpPr>
      <p:grpSpPr>
        <a:xfrm>
          <a:off x="0" y="0"/>
          <a:ext cx="0" cy="0"/>
          <a:chOff x="0" y="0"/>
          <a:chExt cx="0" cy="0"/>
        </a:xfrm>
      </p:grpSpPr>
      <p:pic>
        <p:nvPicPr>
          <p:cNvPr id="2050" name="Picture 2" descr="外国人旅行者が帰国後に懐かしむ日本：「21の魅力」（その2） | Forbes ...">
            <a:extLst>
              <a:ext uri="{FF2B5EF4-FFF2-40B4-BE49-F238E27FC236}">
                <a16:creationId xmlns:a16="http://schemas.microsoft.com/office/drawing/2014/main" id="{15DEF43C-1C67-4E72-A474-82A86D30EFD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22916" y="643466"/>
            <a:ext cx="8346167"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8717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9502E-9596-CEFE-4124-ACC14E02C5A1}"/>
              </a:ext>
            </a:extLst>
          </p:cNvPr>
          <p:cNvSpPr>
            <a:spLocks noGrp="1"/>
          </p:cNvSpPr>
          <p:nvPr>
            <p:ph type="title"/>
          </p:nvPr>
        </p:nvSpPr>
        <p:spPr/>
        <p:txBody>
          <a:bodyPr/>
          <a:lstStyle/>
          <a:p>
            <a:r>
              <a:rPr kumimoji="1" lang="en-US" altLang="ja-JP" dirty="0">
                <a:latin typeface="Arial" panose="020B0604020202020204" pitchFamily="34" charset="0"/>
                <a:ea typeface="UD デジタル 教科書体 NK-R" panose="02020400000000000000" pitchFamily="18" charset="-128"/>
                <a:cs typeface="Arial" panose="020B0604020202020204" pitchFamily="34" charset="0"/>
              </a:rPr>
              <a:t>Introduction to Japanese Language</a:t>
            </a:r>
            <a:endParaRPr kumimoji="1" lang="ja-JP" altLang="en-US" dirty="0">
              <a:latin typeface="Arial" panose="020B0604020202020204" pitchFamily="34" charset="0"/>
              <a:ea typeface="UD デジタル 教科書体 NK-R" panose="02020400000000000000" pitchFamily="18" charset="-128"/>
              <a:cs typeface="Arial" panose="020B0604020202020204" pitchFamily="34" charset="0"/>
            </a:endParaRPr>
          </a:p>
        </p:txBody>
      </p:sp>
      <p:sp>
        <p:nvSpPr>
          <p:cNvPr id="3" name="Content Placeholder 2">
            <a:extLst>
              <a:ext uri="{FF2B5EF4-FFF2-40B4-BE49-F238E27FC236}">
                <a16:creationId xmlns:a16="http://schemas.microsoft.com/office/drawing/2014/main" id="{2284BB54-92B7-ED8C-D90F-C6DD85BA856D}"/>
              </a:ext>
            </a:extLst>
          </p:cNvPr>
          <p:cNvSpPr>
            <a:spLocks noGrp="1"/>
          </p:cNvSpPr>
          <p:nvPr>
            <p:ph idx="1"/>
          </p:nvPr>
        </p:nvSpPr>
        <p:spPr/>
        <p:txBody>
          <a:bodyPr/>
          <a:lstStyle/>
          <a:p>
            <a:pPr marL="0" indent="0">
              <a:lnSpc>
                <a:spcPct val="150000"/>
              </a:lnSpc>
              <a:buNone/>
            </a:pPr>
            <a:r>
              <a:rPr kumimoji="1" lang="ja-JP" altLang="en-US" dirty="0">
                <a:latin typeface="Arial" panose="020B0604020202020204" pitchFamily="34" charset="0"/>
                <a:ea typeface="UD デジタル 教科書体 NK-R" panose="02020400000000000000" pitchFamily="18" charset="-128"/>
                <a:cs typeface="Arial" panose="020B0604020202020204" pitchFamily="34" charset="0"/>
              </a:rPr>
              <a:t>✅</a:t>
            </a:r>
            <a:r>
              <a:rPr kumimoji="1" lang="en-US" altLang="ja-JP" dirty="0">
                <a:latin typeface="Arial" panose="020B0604020202020204" pitchFamily="34" charset="0"/>
                <a:ea typeface="UD デジタル 教科書体 NK-R" panose="02020400000000000000" pitchFamily="18" charset="-128"/>
                <a:cs typeface="Arial" panose="020B0604020202020204" pitchFamily="34" charset="0"/>
              </a:rPr>
              <a:t> Pronunciation</a:t>
            </a:r>
          </a:p>
          <a:p>
            <a:pPr marL="0" indent="0">
              <a:lnSpc>
                <a:spcPct val="150000"/>
              </a:lnSpc>
              <a:buNone/>
            </a:pPr>
            <a:r>
              <a:rPr lang="ja-JP" altLang="en-US" dirty="0">
                <a:latin typeface="Arial" panose="020B0604020202020204" pitchFamily="34" charset="0"/>
                <a:ea typeface="UD デジタル 教科書体 NK-R" panose="02020400000000000000" pitchFamily="18" charset="-128"/>
                <a:cs typeface="Arial" panose="020B0604020202020204" pitchFamily="34" charset="0"/>
              </a:rPr>
              <a:t>✅　</a:t>
            </a: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Sentence structure</a:t>
            </a:r>
          </a:p>
          <a:p>
            <a:pPr marL="0" indent="0">
              <a:lnSpc>
                <a:spcPct val="150000"/>
              </a:lnSpc>
              <a:buNone/>
            </a:pPr>
            <a:r>
              <a:rPr lang="ja-JP" altLang="en-US" dirty="0">
                <a:latin typeface="Arial" panose="020B0604020202020204" pitchFamily="34" charset="0"/>
                <a:ea typeface="UD デジタル 教科書体 NK-R" panose="02020400000000000000" pitchFamily="18" charset="-128"/>
                <a:cs typeface="Arial" panose="020B0604020202020204" pitchFamily="34" charset="0"/>
              </a:rPr>
              <a:t>✅　</a:t>
            </a: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Japanese writing system</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04B0DF7-ED88-50CD-CFFE-D9212C4366C7}"/>
                  </a:ext>
                </a:extLst>
              </p14:cNvPr>
              <p14:cNvContentPartPr/>
              <p14:nvPr/>
            </p14:nvContentPartPr>
            <p14:xfrm>
              <a:off x="5918760" y="2717280"/>
              <a:ext cx="3392640" cy="3616560"/>
            </p14:xfrm>
          </p:contentPart>
        </mc:Choice>
        <mc:Fallback xmlns="">
          <p:pic>
            <p:nvPicPr>
              <p:cNvPr id="4" name="Ink 3">
                <a:extLst>
                  <a:ext uri="{FF2B5EF4-FFF2-40B4-BE49-F238E27FC236}">
                    <a16:creationId xmlns:a16="http://schemas.microsoft.com/office/drawing/2014/main" id="{504B0DF7-ED88-50CD-CFFE-D9212C4366C7}"/>
                  </a:ext>
                </a:extLst>
              </p:cNvPr>
              <p:cNvPicPr/>
              <p:nvPr/>
            </p:nvPicPr>
            <p:blipFill>
              <a:blip r:embed="rId3"/>
              <a:stretch>
                <a:fillRect/>
              </a:stretch>
            </p:blipFill>
            <p:spPr>
              <a:xfrm>
                <a:off x="5909400" y="2707920"/>
                <a:ext cx="3411360" cy="3635280"/>
              </a:xfrm>
              <a:prstGeom prst="rect">
                <a:avLst/>
              </a:prstGeom>
            </p:spPr>
          </p:pic>
        </mc:Fallback>
      </mc:AlternateContent>
    </p:spTree>
    <p:extLst>
      <p:ext uri="{BB962C8B-B14F-4D97-AF65-F5344CB8AC3E}">
        <p14:creationId xmlns:p14="http://schemas.microsoft.com/office/powerpoint/2010/main" val="512890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3EBFFB-D50F-5982-1BEB-8121016789A1}"/>
              </a:ext>
            </a:extLst>
          </p:cNvPr>
          <p:cNvSpPr/>
          <p:nvPr/>
        </p:nvSpPr>
        <p:spPr>
          <a:xfrm>
            <a:off x="838200" y="645459"/>
            <a:ext cx="3785755" cy="677732"/>
          </a:xfrm>
          <a:prstGeom prst="rect">
            <a:avLst/>
          </a:prstGeom>
          <a:solidFill>
            <a:schemeClr val="accent5">
              <a:lumMod val="20000"/>
              <a:lumOff val="8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34" charset="-128"/>
              <a:cs typeface="+mn-cs"/>
            </a:endParaRPr>
          </a:p>
        </p:txBody>
      </p:sp>
      <p:sp>
        <p:nvSpPr>
          <p:cNvPr id="2" name="Title 1">
            <a:extLst>
              <a:ext uri="{FF2B5EF4-FFF2-40B4-BE49-F238E27FC236}">
                <a16:creationId xmlns:a16="http://schemas.microsoft.com/office/drawing/2014/main" id="{B7E9502E-9596-CEFE-4124-ACC14E02C5A1}"/>
              </a:ext>
            </a:extLst>
          </p:cNvPr>
          <p:cNvSpPr>
            <a:spLocks noGrp="1"/>
          </p:cNvSpPr>
          <p:nvPr>
            <p:ph type="title"/>
          </p:nvPr>
        </p:nvSpPr>
        <p:spPr/>
        <p:txBody>
          <a:bodyPr/>
          <a:lstStyle/>
          <a:p>
            <a:r>
              <a:rPr kumimoji="1" lang="en-US" altLang="ja-JP" dirty="0">
                <a:latin typeface="Arial" panose="020B0604020202020204" pitchFamily="34" charset="0"/>
                <a:ea typeface="UD デジタル 教科書体 NK-R" panose="02020400000000000000" pitchFamily="18" charset="-128"/>
                <a:cs typeface="Arial" panose="020B0604020202020204" pitchFamily="34" charset="0"/>
              </a:rPr>
              <a:t>Pronunciation</a:t>
            </a:r>
            <a:endParaRPr kumimoji="1" lang="ja-JP" altLang="en-US" dirty="0">
              <a:latin typeface="Arial" panose="020B0604020202020204" pitchFamily="34" charset="0"/>
              <a:ea typeface="UD デジタル 教科書体 NK-R" panose="02020400000000000000" pitchFamily="18" charset="-128"/>
              <a:cs typeface="Arial" panose="020B0604020202020204" pitchFamily="34" charset="0"/>
            </a:endParaRPr>
          </a:p>
        </p:txBody>
      </p:sp>
      <p:sp>
        <p:nvSpPr>
          <p:cNvPr id="3" name="Content Placeholder 2">
            <a:extLst>
              <a:ext uri="{FF2B5EF4-FFF2-40B4-BE49-F238E27FC236}">
                <a16:creationId xmlns:a16="http://schemas.microsoft.com/office/drawing/2014/main" id="{2284BB54-92B7-ED8C-D90F-C6DD85BA856D}"/>
              </a:ext>
            </a:extLst>
          </p:cNvPr>
          <p:cNvSpPr>
            <a:spLocks noGrp="1"/>
          </p:cNvSpPr>
          <p:nvPr>
            <p:ph idx="1"/>
          </p:nvPr>
        </p:nvSpPr>
        <p:spPr>
          <a:xfrm>
            <a:off x="838200" y="1422400"/>
            <a:ext cx="10515600" cy="5217142"/>
          </a:xfrm>
        </p:spPr>
        <p:txBody>
          <a:bodyPr>
            <a:normAutofit fontScale="77500" lnSpcReduction="20000"/>
          </a:bodyPr>
          <a:lstStyle/>
          <a:p>
            <a:pPr>
              <a:lnSpc>
                <a:spcPct val="170000"/>
              </a:lnSpc>
            </a:pPr>
            <a:r>
              <a:rPr kumimoji="1" lang="en-US" altLang="ja-JP" dirty="0">
                <a:latin typeface="Arial" panose="020B0604020202020204" pitchFamily="34" charset="0"/>
                <a:ea typeface="UD デジタル 教科書体 NK-R" panose="02020400000000000000" pitchFamily="18" charset="-128"/>
                <a:cs typeface="Arial" panose="020B0604020202020204" pitchFamily="34" charset="0"/>
              </a:rPr>
              <a:t>Have 5 vowels </a:t>
            </a:r>
            <a:r>
              <a:rPr kumimoji="1" lang="ja-JP" altLang="en-US" dirty="0">
                <a:latin typeface="Arial" panose="020B0604020202020204" pitchFamily="34" charset="0"/>
                <a:ea typeface="UD デジタル 教科書体 NK-R" panose="02020400000000000000" pitchFamily="18" charset="-128"/>
                <a:cs typeface="Arial" panose="020B0604020202020204" pitchFamily="34" charset="0"/>
              </a:rPr>
              <a:t>（</a:t>
            </a:r>
            <a:r>
              <a:rPr lang="ja-JP" altLang="en-US" dirty="0">
                <a:latin typeface="Arial" panose="020B0604020202020204" pitchFamily="34" charset="0"/>
                <a:ea typeface="UD デジタル 教科書体 NK-R" panose="02020400000000000000" pitchFamily="18" charset="-128"/>
                <a:cs typeface="Arial" panose="020B0604020202020204" pitchFamily="34" charset="0"/>
              </a:rPr>
              <a:t>あ</a:t>
            </a: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-a</a:t>
            </a:r>
            <a:r>
              <a:rPr lang="ja-JP" altLang="en-US" dirty="0">
                <a:latin typeface="Arial" panose="020B0604020202020204" pitchFamily="34" charset="0"/>
                <a:ea typeface="UD デジタル 教科書体 NK-R" panose="02020400000000000000" pitchFamily="18" charset="-128"/>
                <a:cs typeface="Arial" panose="020B0604020202020204" pitchFamily="34" charset="0"/>
              </a:rPr>
              <a:t>、い</a:t>
            </a: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a:t>
            </a:r>
            <a:r>
              <a:rPr lang="en-US" altLang="ja-JP" dirty="0" err="1">
                <a:latin typeface="Arial" panose="020B0604020202020204" pitchFamily="34" charset="0"/>
                <a:ea typeface="UD デジタル 教科書体 NK-R" panose="02020400000000000000" pitchFamily="18" charset="-128"/>
                <a:cs typeface="Arial" panose="020B0604020202020204" pitchFamily="34" charset="0"/>
              </a:rPr>
              <a:t>i</a:t>
            </a:r>
            <a:r>
              <a:rPr lang="ja-JP" altLang="en-US" dirty="0">
                <a:latin typeface="Arial" panose="020B0604020202020204" pitchFamily="34" charset="0"/>
                <a:ea typeface="UD デジタル 教科書体 NK-R" panose="02020400000000000000" pitchFamily="18" charset="-128"/>
                <a:cs typeface="Arial" panose="020B0604020202020204" pitchFamily="34" charset="0"/>
              </a:rPr>
              <a:t>、う</a:t>
            </a: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-u</a:t>
            </a:r>
            <a:r>
              <a:rPr lang="ja-JP" altLang="en-US" dirty="0">
                <a:latin typeface="Arial" panose="020B0604020202020204" pitchFamily="34" charset="0"/>
                <a:ea typeface="UD デジタル 教科書体 NK-R" panose="02020400000000000000" pitchFamily="18" charset="-128"/>
                <a:cs typeface="Arial" panose="020B0604020202020204" pitchFamily="34" charset="0"/>
              </a:rPr>
              <a:t>、え</a:t>
            </a: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-e</a:t>
            </a:r>
            <a:r>
              <a:rPr lang="ja-JP" altLang="en-US" dirty="0">
                <a:latin typeface="Arial" panose="020B0604020202020204" pitchFamily="34" charset="0"/>
                <a:ea typeface="UD デジタル 教科書体 NK-R" panose="02020400000000000000" pitchFamily="18" charset="-128"/>
                <a:cs typeface="Arial" panose="020B0604020202020204" pitchFamily="34" charset="0"/>
              </a:rPr>
              <a:t>、お</a:t>
            </a: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-o)</a:t>
            </a:r>
          </a:p>
          <a:p>
            <a:pPr>
              <a:lnSpc>
                <a:spcPct val="170000"/>
              </a:lnSpc>
            </a:pP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Similar to Malay Language</a:t>
            </a:r>
          </a:p>
          <a:p>
            <a:pPr lvl="1">
              <a:lnSpc>
                <a:spcPct val="170000"/>
              </a:lnSpc>
            </a:pP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Consonant + Vowel      Example the sound of “ka” from “kaki” :  </a:t>
            </a:r>
            <a:r>
              <a:rPr lang="en-US" altLang="ja-JP" dirty="0" err="1">
                <a:latin typeface="Arial" panose="020B0604020202020204" pitchFamily="34" charset="0"/>
                <a:ea typeface="UD デジタル 教科書体 NK-R" panose="02020400000000000000" pitchFamily="18" charset="-128"/>
                <a:cs typeface="Arial" panose="020B0604020202020204" pitchFamily="34" charset="0"/>
              </a:rPr>
              <a:t>k+a</a:t>
            </a: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 = ka </a:t>
            </a:r>
          </a:p>
          <a:p>
            <a:pPr>
              <a:lnSpc>
                <a:spcPct val="170000"/>
              </a:lnSpc>
            </a:pP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Each word can start with vowel or consonant, but must end with vowel </a:t>
            </a:r>
          </a:p>
          <a:p>
            <a:pPr marL="457200" lvl="1" indent="0">
              <a:lnSpc>
                <a:spcPct val="170000"/>
              </a:lnSpc>
              <a:buNone/>
            </a:pPr>
            <a:r>
              <a:rPr lang="ja-JP" altLang="en-US" dirty="0">
                <a:latin typeface="Arial" panose="020B0604020202020204" pitchFamily="34" charset="0"/>
                <a:ea typeface="UD デジタル 教科書体 NK-R" panose="02020400000000000000" pitchFamily="18" charset="-128"/>
                <a:cs typeface="Arial" panose="020B0604020202020204" pitchFamily="34" charset="0"/>
              </a:rPr>
              <a:t>　　</a:t>
            </a: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(except </a:t>
            </a:r>
            <a:r>
              <a:rPr lang="ja-JP" altLang="en-US" dirty="0">
                <a:latin typeface="Arial" panose="020B0604020202020204" pitchFamily="34" charset="0"/>
                <a:ea typeface="UD デジタル 教科書体 NK-R" panose="02020400000000000000" pitchFamily="18" charset="-128"/>
                <a:cs typeface="Arial" panose="020B0604020202020204" pitchFamily="34" charset="0"/>
              </a:rPr>
              <a:t>ん</a:t>
            </a: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-n sound).       Example :  </a:t>
            </a:r>
            <a:r>
              <a:rPr lang="ja-JP" altLang="en-US" dirty="0">
                <a:latin typeface="Arial" panose="020B0604020202020204" pitchFamily="34" charset="0"/>
                <a:ea typeface="UD デジタル 教科書体 NK-R" panose="02020400000000000000" pitchFamily="18" charset="-128"/>
                <a:cs typeface="Arial" panose="020B0604020202020204" pitchFamily="34" charset="0"/>
              </a:rPr>
              <a:t>ほん</a:t>
            </a: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(hon) = bag</a:t>
            </a:r>
          </a:p>
          <a:p>
            <a:pPr>
              <a:lnSpc>
                <a:spcPct val="170000"/>
              </a:lnSpc>
            </a:pP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Vowels to be dropped</a:t>
            </a:r>
          </a:p>
          <a:p>
            <a:pPr lvl="1">
              <a:lnSpc>
                <a:spcPct val="170000"/>
              </a:lnSpc>
            </a:pPr>
            <a:r>
              <a:rPr lang="ja-JP" altLang="en-US" dirty="0">
                <a:latin typeface="Arial" panose="020B0604020202020204" pitchFamily="34" charset="0"/>
                <a:ea typeface="UD デジタル 教科書体 NK-R" panose="02020400000000000000" pitchFamily="18" charset="-128"/>
                <a:cs typeface="Arial" panose="020B0604020202020204" pitchFamily="34" charset="0"/>
              </a:rPr>
              <a:t>すきです </a:t>
            </a: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a:t>
            </a:r>
            <a:r>
              <a:rPr lang="en-US" altLang="ja-JP" dirty="0" err="1">
                <a:latin typeface="Arial" panose="020B0604020202020204" pitchFamily="34" charset="0"/>
                <a:ea typeface="UD デジタル 教科書体 NK-R" panose="02020400000000000000" pitchFamily="18" charset="-128"/>
                <a:cs typeface="Arial" panose="020B0604020202020204" pitchFamily="34" charset="0"/>
              </a:rPr>
              <a:t>sukides</a:t>
            </a:r>
            <a:r>
              <a:rPr lang="en-US" altLang="ja-JP" strike="sngStrike" dirty="0" err="1">
                <a:latin typeface="Arial" panose="020B0604020202020204" pitchFamily="34" charset="0"/>
                <a:ea typeface="UD デジタル 教科書体 NK-R" panose="02020400000000000000" pitchFamily="18" charset="-128"/>
                <a:cs typeface="Arial" panose="020B0604020202020204" pitchFamily="34" charset="0"/>
              </a:rPr>
              <a:t>u</a:t>
            </a: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 = I like </a:t>
            </a:r>
          </a:p>
          <a:p>
            <a:pPr lvl="1">
              <a:lnSpc>
                <a:spcPct val="170000"/>
              </a:lnSpc>
            </a:pPr>
            <a:r>
              <a:rPr lang="ja-JP" altLang="en-US" dirty="0">
                <a:latin typeface="Arial" panose="020B0604020202020204" pitchFamily="34" charset="0"/>
                <a:ea typeface="UD デジタル 教科書体 NK-R" panose="02020400000000000000" pitchFamily="18" charset="-128"/>
                <a:cs typeface="Arial" panose="020B0604020202020204" pitchFamily="34" charset="0"/>
              </a:rPr>
              <a:t>たべます </a:t>
            </a: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a:t>
            </a:r>
            <a:r>
              <a:rPr lang="en-US" altLang="ja-JP" dirty="0" err="1">
                <a:latin typeface="Arial" panose="020B0604020202020204" pitchFamily="34" charset="0"/>
                <a:ea typeface="UD デジタル 教科書体 NK-R" panose="02020400000000000000" pitchFamily="18" charset="-128"/>
                <a:cs typeface="Arial" panose="020B0604020202020204" pitchFamily="34" charset="0"/>
              </a:rPr>
              <a:t>tabemas</a:t>
            </a:r>
            <a:r>
              <a:rPr lang="en-US" altLang="ja-JP" strike="sngStrike" dirty="0" err="1">
                <a:latin typeface="Arial" panose="020B0604020202020204" pitchFamily="34" charset="0"/>
                <a:ea typeface="UD デジタル 教科書体 NK-R" panose="02020400000000000000" pitchFamily="18" charset="-128"/>
                <a:cs typeface="Arial" panose="020B0604020202020204" pitchFamily="34" charset="0"/>
              </a:rPr>
              <a:t>u</a:t>
            </a:r>
            <a:r>
              <a:rPr lang="en-US" altLang="ja-JP" u="sng" dirty="0">
                <a:latin typeface="Arial" panose="020B0604020202020204" pitchFamily="34" charset="0"/>
                <a:ea typeface="UD デジタル 教科書体 NK-R" panose="02020400000000000000" pitchFamily="18" charset="-128"/>
                <a:cs typeface="Arial" panose="020B0604020202020204" pitchFamily="34" charset="0"/>
              </a:rPr>
              <a:t>)</a:t>
            </a: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 = to eat</a:t>
            </a:r>
          </a:p>
          <a:p>
            <a:pPr>
              <a:lnSpc>
                <a:spcPct val="170000"/>
              </a:lnSpc>
            </a:pP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Long vowels &amp; Short vowels</a:t>
            </a:r>
          </a:p>
        </p:txBody>
      </p:sp>
    </p:spTree>
    <p:extLst>
      <p:ext uri="{BB962C8B-B14F-4D97-AF65-F5344CB8AC3E}">
        <p14:creationId xmlns:p14="http://schemas.microsoft.com/office/powerpoint/2010/main" val="2294472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fade">
                                      <p:cBhvr>
                                        <p:cTn id="10" dur="500"/>
                                        <p:tgtEl>
                                          <p:spTgt spid="3">
                                            <p:txEl>
                                              <p:pRg st="7" end="7"/>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animEffect transition="in" filter="fade">
                                      <p:cBhvr>
                                        <p:cTn id="1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Updated] Lets Guess - Twist on classic charades! Mod App Download for PC  / Mac / Windows 11,10,8,7 / Android (2022)">
            <a:extLst>
              <a:ext uri="{FF2B5EF4-FFF2-40B4-BE49-F238E27FC236}">
                <a16:creationId xmlns:a16="http://schemas.microsoft.com/office/drawing/2014/main" id="{FBC744F8-EEF6-EBD4-5806-B4A63F42CE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1054" y="108473"/>
            <a:ext cx="6529892" cy="6529892"/>
          </a:xfrm>
          <a:prstGeom prst="rect">
            <a:avLst/>
          </a:prstGeom>
          <a:noFill/>
          <a:extLst>
            <a:ext uri="{909E8E84-426E-40DD-AFC4-6F175D3DCCD1}">
              <a14:hiddenFill xmlns:a14="http://schemas.microsoft.com/office/drawing/2010/main">
                <a:solidFill>
                  <a:srgbClr val="FFFFFF"/>
                </a:solidFill>
              </a14:hiddenFill>
            </a:ext>
          </a:extLst>
        </p:spPr>
      </p:pic>
      <p:pic>
        <p:nvPicPr>
          <p:cNvPr id="4" name="Y01_5">
            <a:hlinkClick r:id="" action="ppaction://media"/>
            <a:extLst>
              <a:ext uri="{FF2B5EF4-FFF2-40B4-BE49-F238E27FC236}">
                <a16:creationId xmlns:a16="http://schemas.microsoft.com/office/drawing/2014/main" id="{384F6837-CB97-2F71-7517-AEB1D2AB252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827571" y="108473"/>
            <a:ext cx="790687" cy="790687"/>
          </a:xfrm>
          <a:prstGeom prst="rect">
            <a:avLst/>
          </a:prstGeom>
        </p:spPr>
      </p:pic>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98B60D63-4D40-13DA-8E1B-AFE289511D9E}"/>
                  </a:ext>
                </a:extLst>
              </p14:cNvPr>
              <p14:cNvContentPartPr/>
              <p14:nvPr/>
            </p14:nvContentPartPr>
            <p14:xfrm>
              <a:off x="7056360" y="4985280"/>
              <a:ext cx="360" cy="360"/>
            </p14:xfrm>
          </p:contentPart>
        </mc:Choice>
        <mc:Fallback xmlns="">
          <p:pic>
            <p:nvPicPr>
              <p:cNvPr id="2" name="Ink 1">
                <a:extLst>
                  <a:ext uri="{FF2B5EF4-FFF2-40B4-BE49-F238E27FC236}">
                    <a16:creationId xmlns:a16="http://schemas.microsoft.com/office/drawing/2014/main" id="{98B60D63-4D40-13DA-8E1B-AFE289511D9E}"/>
                  </a:ext>
                </a:extLst>
              </p:cNvPr>
              <p:cNvPicPr/>
              <p:nvPr/>
            </p:nvPicPr>
            <p:blipFill>
              <a:blip r:embed="rId7"/>
              <a:stretch>
                <a:fillRect/>
              </a:stretch>
            </p:blipFill>
            <p:spPr>
              <a:xfrm>
                <a:off x="7047000" y="4975920"/>
                <a:ext cx="19080" cy="19080"/>
              </a:xfrm>
              <a:prstGeom prst="rect">
                <a:avLst/>
              </a:prstGeom>
            </p:spPr>
          </p:pic>
        </mc:Fallback>
      </mc:AlternateContent>
    </p:spTree>
    <p:extLst>
      <p:ext uri="{BB962C8B-B14F-4D97-AF65-F5344CB8AC3E}">
        <p14:creationId xmlns:p14="http://schemas.microsoft.com/office/powerpoint/2010/main" val="3286046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103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9502E-9596-CEFE-4124-ACC14E02C5A1}"/>
              </a:ext>
            </a:extLst>
          </p:cNvPr>
          <p:cNvSpPr>
            <a:spLocks noGrp="1"/>
          </p:cNvSpPr>
          <p:nvPr>
            <p:ph type="title"/>
          </p:nvPr>
        </p:nvSpPr>
        <p:spPr/>
        <p:txBody>
          <a:bodyPr/>
          <a:lstStyle/>
          <a:p>
            <a:r>
              <a:rPr kumimoji="1" lang="en-US" altLang="ja-JP" dirty="0">
                <a:latin typeface="Arial" panose="020B0604020202020204" pitchFamily="34" charset="0"/>
                <a:ea typeface="UD デジタル 教科書体 NK-R" panose="02020400000000000000" pitchFamily="18" charset="-128"/>
                <a:cs typeface="Arial" panose="020B0604020202020204" pitchFamily="34" charset="0"/>
              </a:rPr>
              <a:t>Let’s listen again</a:t>
            </a:r>
            <a:endParaRPr kumimoji="1" lang="ja-JP" altLang="en-US" dirty="0">
              <a:latin typeface="Arial" panose="020B0604020202020204" pitchFamily="34" charset="0"/>
              <a:ea typeface="UD デジタル 教科書体 NK-R" panose="02020400000000000000" pitchFamily="18" charset="-128"/>
              <a:cs typeface="Arial" panose="020B0604020202020204" pitchFamily="34" charset="0"/>
            </a:endParaRPr>
          </a:p>
        </p:txBody>
      </p:sp>
      <p:sp>
        <p:nvSpPr>
          <p:cNvPr id="3" name="Content Placeholder 2">
            <a:extLst>
              <a:ext uri="{FF2B5EF4-FFF2-40B4-BE49-F238E27FC236}">
                <a16:creationId xmlns:a16="http://schemas.microsoft.com/office/drawing/2014/main" id="{2284BB54-92B7-ED8C-D90F-C6DD85BA856D}"/>
              </a:ext>
            </a:extLst>
          </p:cNvPr>
          <p:cNvSpPr>
            <a:spLocks noGrp="1"/>
          </p:cNvSpPr>
          <p:nvPr>
            <p:ph idx="1"/>
          </p:nvPr>
        </p:nvSpPr>
        <p:spPr>
          <a:xfrm>
            <a:off x="838200" y="1825625"/>
            <a:ext cx="10515600" cy="4351338"/>
          </a:xfrm>
        </p:spPr>
        <p:txBody>
          <a:bodyPr>
            <a:normAutofit fontScale="92500" lnSpcReduction="10000"/>
          </a:bodyPr>
          <a:lstStyle/>
          <a:p>
            <a:pPr marL="514350" indent="-514350">
              <a:lnSpc>
                <a:spcPct val="200000"/>
              </a:lnSpc>
              <a:buFont typeface="+mj-lt"/>
              <a:buAutoNum type="arabicPeriod"/>
            </a:pPr>
            <a:r>
              <a:rPr kumimoji="1" lang="en-US" altLang="ja-JP" b="1" dirty="0" err="1">
                <a:latin typeface="Arial" panose="020B0604020202020204" pitchFamily="34" charset="0"/>
                <a:ea typeface="UD デジタル 教科書体 NK-R" panose="02020400000000000000" pitchFamily="18" charset="-128"/>
                <a:cs typeface="Arial" panose="020B0604020202020204" pitchFamily="34" charset="0"/>
              </a:rPr>
              <a:t>obasan</a:t>
            </a:r>
            <a:r>
              <a:rPr kumimoji="1" lang="ja-JP" altLang="en-US" b="1" dirty="0">
                <a:latin typeface="Arial" panose="020B0604020202020204" pitchFamily="34" charset="0"/>
                <a:ea typeface="UD デジタル 教科書体 NK-R" panose="02020400000000000000" pitchFamily="18" charset="-128"/>
                <a:cs typeface="Arial" panose="020B0604020202020204" pitchFamily="34" charset="0"/>
              </a:rPr>
              <a:t>　</a:t>
            </a:r>
            <a:r>
              <a:rPr kumimoji="1" lang="en-US" altLang="ja-JP" dirty="0">
                <a:latin typeface="Arial" panose="020B0604020202020204" pitchFamily="34" charset="0"/>
                <a:ea typeface="UD デジタル 教科書体 NK-R" panose="02020400000000000000" pitchFamily="18" charset="-128"/>
                <a:cs typeface="Arial" panose="020B0604020202020204" pitchFamily="34" charset="0"/>
              </a:rPr>
              <a:t>(aunt) 		</a:t>
            </a:r>
            <a:r>
              <a:rPr kumimoji="1" lang="ja-JP" altLang="en-US" b="1" dirty="0">
                <a:latin typeface="Arial" panose="020B0604020202020204" pitchFamily="34" charset="0"/>
                <a:ea typeface="UD デジタル 教科書体 NK-R" panose="02020400000000000000" pitchFamily="18" charset="-128"/>
                <a:cs typeface="Arial" panose="020B0604020202020204" pitchFamily="34" charset="0"/>
              </a:rPr>
              <a:t>ー　</a:t>
            </a:r>
            <a:r>
              <a:rPr kumimoji="1" lang="en-US" altLang="ja-JP" b="1" dirty="0" err="1">
                <a:latin typeface="Arial" panose="020B0604020202020204" pitchFamily="34" charset="0"/>
                <a:ea typeface="UD デジタル 教科書体 NK-R" panose="02020400000000000000" pitchFamily="18" charset="-128"/>
                <a:cs typeface="Arial" panose="020B0604020202020204" pitchFamily="34" charset="0"/>
              </a:rPr>
              <a:t>obaasan</a:t>
            </a:r>
            <a:r>
              <a:rPr kumimoji="1" lang="en-US" altLang="ja-JP" b="1" dirty="0">
                <a:latin typeface="Arial" panose="020B0604020202020204" pitchFamily="34" charset="0"/>
                <a:ea typeface="UD デジタル 教科書体 NK-R" panose="02020400000000000000" pitchFamily="18" charset="-128"/>
                <a:cs typeface="Arial" panose="020B0604020202020204" pitchFamily="34" charset="0"/>
              </a:rPr>
              <a:t> </a:t>
            </a:r>
            <a:r>
              <a:rPr kumimoji="1" lang="en-US" altLang="ja-JP" dirty="0">
                <a:latin typeface="Arial" panose="020B0604020202020204" pitchFamily="34" charset="0"/>
                <a:ea typeface="UD デジタル 教科書体 NK-R" panose="02020400000000000000" pitchFamily="18" charset="-128"/>
                <a:cs typeface="Arial" panose="020B0604020202020204" pitchFamily="34" charset="0"/>
              </a:rPr>
              <a:t>(grandmother)</a:t>
            </a:r>
          </a:p>
          <a:p>
            <a:pPr marL="514350" indent="-514350">
              <a:lnSpc>
                <a:spcPct val="200000"/>
              </a:lnSpc>
              <a:buFont typeface="+mj-lt"/>
              <a:buAutoNum type="arabicPeriod"/>
            </a:pPr>
            <a:r>
              <a:rPr lang="en-US" altLang="ja-JP" b="1" dirty="0" err="1">
                <a:latin typeface="Arial" panose="020B0604020202020204" pitchFamily="34" charset="0"/>
                <a:ea typeface="UD デジタル 教科書体 NK-R" panose="02020400000000000000" pitchFamily="18" charset="-128"/>
                <a:cs typeface="Arial" panose="020B0604020202020204" pitchFamily="34" charset="0"/>
              </a:rPr>
              <a:t>ojiisan</a:t>
            </a:r>
            <a:r>
              <a:rPr kumimoji="1" lang="ja-JP" altLang="en-US" b="1" dirty="0">
                <a:latin typeface="Arial" panose="020B0604020202020204" pitchFamily="34" charset="0"/>
                <a:ea typeface="UD デジタル 教科書体 NK-R" panose="02020400000000000000" pitchFamily="18" charset="-128"/>
                <a:cs typeface="Arial" panose="020B0604020202020204" pitchFamily="34" charset="0"/>
              </a:rPr>
              <a:t>　</a:t>
            </a:r>
            <a:r>
              <a:rPr kumimoji="1" lang="en-US" altLang="ja-JP" dirty="0">
                <a:latin typeface="Arial" panose="020B0604020202020204" pitchFamily="34" charset="0"/>
                <a:ea typeface="UD デジタル 教科書体 NK-R" panose="02020400000000000000" pitchFamily="18" charset="-128"/>
                <a:cs typeface="Arial" panose="020B0604020202020204" pitchFamily="34" charset="0"/>
              </a:rPr>
              <a:t>(grandfather) 	</a:t>
            </a:r>
            <a:r>
              <a:rPr kumimoji="1" lang="ja-JP" altLang="en-US" b="1" dirty="0">
                <a:latin typeface="Arial" panose="020B0604020202020204" pitchFamily="34" charset="0"/>
                <a:ea typeface="UD デジタル 教科書体 NK-R" panose="02020400000000000000" pitchFamily="18" charset="-128"/>
                <a:cs typeface="Arial" panose="020B0604020202020204" pitchFamily="34" charset="0"/>
              </a:rPr>
              <a:t>ー　</a:t>
            </a:r>
            <a:r>
              <a:rPr kumimoji="1" lang="en-US" altLang="ja-JP" b="1" dirty="0" err="1">
                <a:latin typeface="Arial" panose="020B0604020202020204" pitchFamily="34" charset="0"/>
                <a:ea typeface="UD デジタル 教科書体 NK-R" panose="02020400000000000000" pitchFamily="18" charset="-128"/>
                <a:cs typeface="Arial" panose="020B0604020202020204" pitchFamily="34" charset="0"/>
              </a:rPr>
              <a:t>o</a:t>
            </a:r>
            <a:r>
              <a:rPr lang="en-US" altLang="ja-JP" b="1" dirty="0" err="1">
                <a:latin typeface="Arial" panose="020B0604020202020204" pitchFamily="34" charset="0"/>
                <a:ea typeface="UD デジタル 教科書体 NK-R" panose="02020400000000000000" pitchFamily="18" charset="-128"/>
                <a:cs typeface="Arial" panose="020B0604020202020204" pitchFamily="34" charset="0"/>
              </a:rPr>
              <a:t>jisan</a:t>
            </a:r>
            <a:r>
              <a:rPr lang="en-US" altLang="ja-JP" b="1" dirty="0">
                <a:latin typeface="Arial" panose="020B0604020202020204" pitchFamily="34" charset="0"/>
                <a:ea typeface="UD デジタル 教科書体 NK-R" panose="02020400000000000000" pitchFamily="18" charset="-128"/>
                <a:cs typeface="Arial" panose="020B0604020202020204" pitchFamily="34" charset="0"/>
              </a:rPr>
              <a:t> </a:t>
            </a: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(uncle)</a:t>
            </a:r>
          </a:p>
          <a:p>
            <a:pPr marL="514350" indent="-514350">
              <a:lnSpc>
                <a:spcPct val="200000"/>
              </a:lnSpc>
              <a:buFont typeface="+mj-lt"/>
              <a:buAutoNum type="arabicPeriod"/>
            </a:pPr>
            <a:r>
              <a:rPr kumimoji="1" lang="en-US" altLang="ja-JP" b="1" dirty="0" err="1">
                <a:latin typeface="Arial" panose="020B0604020202020204" pitchFamily="34" charset="0"/>
                <a:ea typeface="UD デジタル 教科書体 NK-R" panose="02020400000000000000" pitchFamily="18" charset="-128"/>
                <a:cs typeface="Arial" panose="020B0604020202020204" pitchFamily="34" charset="0"/>
              </a:rPr>
              <a:t>shujin</a:t>
            </a:r>
            <a:r>
              <a:rPr kumimoji="1" lang="ja-JP" altLang="en-US" b="1" dirty="0">
                <a:latin typeface="Arial" panose="020B0604020202020204" pitchFamily="34" charset="0"/>
                <a:ea typeface="UD デジタル 教科書体 NK-R" panose="02020400000000000000" pitchFamily="18" charset="-128"/>
                <a:cs typeface="Arial" panose="020B0604020202020204" pitchFamily="34" charset="0"/>
              </a:rPr>
              <a:t>　</a:t>
            </a:r>
            <a:r>
              <a:rPr kumimoji="1" lang="en-US" altLang="ja-JP" dirty="0">
                <a:latin typeface="Arial" panose="020B0604020202020204" pitchFamily="34" charset="0"/>
                <a:ea typeface="UD デジタル 教科書体 NK-R" panose="02020400000000000000" pitchFamily="18" charset="-128"/>
                <a:cs typeface="Arial" panose="020B0604020202020204" pitchFamily="34" charset="0"/>
              </a:rPr>
              <a:t>(husband) 		</a:t>
            </a:r>
            <a:r>
              <a:rPr kumimoji="1" lang="ja-JP" altLang="en-US" b="1" dirty="0">
                <a:latin typeface="Arial" panose="020B0604020202020204" pitchFamily="34" charset="0"/>
                <a:ea typeface="UD デジタル 教科書体 NK-R" panose="02020400000000000000" pitchFamily="18" charset="-128"/>
                <a:cs typeface="Arial" panose="020B0604020202020204" pitchFamily="34" charset="0"/>
              </a:rPr>
              <a:t>ー　</a:t>
            </a:r>
            <a:r>
              <a:rPr lang="en-US" altLang="ja-JP" b="1" dirty="0" err="1">
                <a:latin typeface="Arial" panose="020B0604020202020204" pitchFamily="34" charset="0"/>
                <a:ea typeface="UD デジタル 教科書体 NK-R" panose="02020400000000000000" pitchFamily="18" charset="-128"/>
                <a:cs typeface="Arial" panose="020B0604020202020204" pitchFamily="34" charset="0"/>
              </a:rPr>
              <a:t>s</a:t>
            </a:r>
            <a:r>
              <a:rPr kumimoji="1" lang="en-US" altLang="ja-JP" b="1" dirty="0" err="1">
                <a:latin typeface="Arial" panose="020B0604020202020204" pitchFamily="34" charset="0"/>
                <a:ea typeface="UD デジタル 教科書体 NK-R" panose="02020400000000000000" pitchFamily="18" charset="-128"/>
                <a:cs typeface="Arial" panose="020B0604020202020204" pitchFamily="34" charset="0"/>
              </a:rPr>
              <a:t>huujin</a:t>
            </a:r>
            <a:r>
              <a:rPr kumimoji="1" lang="en-US" altLang="ja-JP" b="1" dirty="0">
                <a:latin typeface="Arial" panose="020B0604020202020204" pitchFamily="34" charset="0"/>
                <a:ea typeface="UD デジタル 教科書体 NK-R" panose="02020400000000000000" pitchFamily="18" charset="-128"/>
                <a:cs typeface="Arial" panose="020B0604020202020204" pitchFamily="34" charset="0"/>
              </a:rPr>
              <a:t> </a:t>
            </a:r>
            <a:r>
              <a:rPr kumimoji="1" lang="en-US" altLang="ja-JP" dirty="0">
                <a:latin typeface="Arial" panose="020B0604020202020204" pitchFamily="34" charset="0"/>
                <a:ea typeface="UD デジタル 教科書体 NK-R" panose="02020400000000000000" pitchFamily="18" charset="-128"/>
                <a:cs typeface="Arial" panose="020B0604020202020204" pitchFamily="34" charset="0"/>
              </a:rPr>
              <a:t>(prisoner)</a:t>
            </a:r>
          </a:p>
          <a:p>
            <a:pPr marL="514350" indent="-514350">
              <a:lnSpc>
                <a:spcPct val="200000"/>
              </a:lnSpc>
              <a:buFont typeface="+mj-lt"/>
              <a:buAutoNum type="arabicPeriod"/>
            </a:pPr>
            <a:r>
              <a:rPr lang="en-US" altLang="ja-JP" b="1" dirty="0" err="1">
                <a:latin typeface="Arial" panose="020B0604020202020204" pitchFamily="34" charset="0"/>
                <a:ea typeface="UD デジタル 教科書体 NK-R" panose="02020400000000000000" pitchFamily="18" charset="-128"/>
                <a:cs typeface="Arial" panose="020B0604020202020204" pitchFamily="34" charset="0"/>
              </a:rPr>
              <a:t>oya</a:t>
            </a:r>
            <a:r>
              <a:rPr kumimoji="1" lang="ja-JP" altLang="en-US" b="1" dirty="0">
                <a:latin typeface="Arial" panose="020B0604020202020204" pitchFamily="34" charset="0"/>
                <a:ea typeface="UD デジタル 教科書体 NK-R" panose="02020400000000000000" pitchFamily="18" charset="-128"/>
                <a:cs typeface="Arial" panose="020B0604020202020204" pitchFamily="34" charset="0"/>
              </a:rPr>
              <a:t>　</a:t>
            </a:r>
            <a:r>
              <a:rPr kumimoji="1" lang="en-US" altLang="ja-JP" dirty="0">
                <a:latin typeface="Arial" panose="020B0604020202020204" pitchFamily="34" charset="0"/>
                <a:ea typeface="UD デジタル 教科書体 NK-R" panose="02020400000000000000" pitchFamily="18" charset="-128"/>
                <a:cs typeface="Arial" panose="020B0604020202020204" pitchFamily="34" charset="0"/>
              </a:rPr>
              <a:t>(parent) 			</a:t>
            </a:r>
            <a:r>
              <a:rPr kumimoji="1" lang="ja-JP" altLang="en-US" b="1" dirty="0">
                <a:latin typeface="Arial" panose="020B0604020202020204" pitchFamily="34" charset="0"/>
                <a:ea typeface="UD デジタル 教科書体 NK-R" panose="02020400000000000000" pitchFamily="18" charset="-128"/>
                <a:cs typeface="Arial" panose="020B0604020202020204" pitchFamily="34" charset="0"/>
              </a:rPr>
              <a:t>ー　</a:t>
            </a:r>
            <a:r>
              <a:rPr kumimoji="1" lang="en-US" altLang="ja-JP" b="1" dirty="0" err="1">
                <a:latin typeface="Arial" panose="020B0604020202020204" pitchFamily="34" charset="0"/>
                <a:ea typeface="UD デジタル 教科書体 NK-R" panose="02020400000000000000" pitchFamily="18" charset="-128"/>
                <a:cs typeface="Arial" panose="020B0604020202020204" pitchFamily="34" charset="0"/>
              </a:rPr>
              <a:t>o</a:t>
            </a:r>
            <a:r>
              <a:rPr lang="en-US" altLang="ja-JP" b="1" dirty="0" err="1">
                <a:latin typeface="Arial" panose="020B0604020202020204" pitchFamily="34" charset="0"/>
                <a:ea typeface="UD デジタル 教科書体 NK-R" panose="02020400000000000000" pitchFamily="18" charset="-128"/>
                <a:cs typeface="Arial" panose="020B0604020202020204" pitchFamily="34" charset="0"/>
              </a:rPr>
              <a:t>oya</a:t>
            </a:r>
            <a:r>
              <a:rPr lang="en-US" altLang="ja-JP" b="1" dirty="0">
                <a:latin typeface="Arial" panose="020B0604020202020204" pitchFamily="34" charset="0"/>
                <a:ea typeface="UD デジタル 教科書体 NK-R" panose="02020400000000000000" pitchFamily="18" charset="-128"/>
                <a:cs typeface="Arial" panose="020B0604020202020204" pitchFamily="34" charset="0"/>
              </a:rPr>
              <a:t> </a:t>
            </a:r>
            <a:r>
              <a:rPr lang="en-US" altLang="ja-JP" dirty="0">
                <a:latin typeface="Arial" panose="020B0604020202020204" pitchFamily="34" charset="0"/>
                <a:ea typeface="UD デジタル 教科書体 NK-R" panose="02020400000000000000" pitchFamily="18" charset="-128"/>
                <a:cs typeface="Arial" panose="020B0604020202020204" pitchFamily="34" charset="0"/>
              </a:rPr>
              <a:t>(landlord)</a:t>
            </a:r>
          </a:p>
          <a:p>
            <a:pPr marL="514350" indent="-514350">
              <a:lnSpc>
                <a:spcPct val="200000"/>
              </a:lnSpc>
              <a:buFont typeface="+mj-lt"/>
              <a:buAutoNum type="arabicPeriod"/>
            </a:pPr>
            <a:r>
              <a:rPr lang="en-US" altLang="ja-JP" b="1" dirty="0" err="1">
                <a:latin typeface="Arial" panose="020B0604020202020204" pitchFamily="34" charset="0"/>
                <a:ea typeface="UD デジタル 教科書体 NK-R" panose="02020400000000000000" pitchFamily="18" charset="-128"/>
                <a:cs typeface="Arial" panose="020B0604020202020204" pitchFamily="34" charset="0"/>
              </a:rPr>
              <a:t>s</a:t>
            </a:r>
            <a:r>
              <a:rPr kumimoji="1" lang="en-US" altLang="ja-JP" b="1" dirty="0" err="1">
                <a:latin typeface="Arial" panose="020B0604020202020204" pitchFamily="34" charset="0"/>
                <a:ea typeface="UD デジタル 教科書体 NK-R" panose="02020400000000000000" pitchFamily="18" charset="-128"/>
                <a:cs typeface="Arial" panose="020B0604020202020204" pitchFamily="34" charset="0"/>
              </a:rPr>
              <a:t>eeki</a:t>
            </a:r>
            <a:r>
              <a:rPr kumimoji="1" lang="ja-JP" altLang="en-US" b="1" dirty="0">
                <a:latin typeface="Arial" panose="020B0604020202020204" pitchFamily="34" charset="0"/>
                <a:ea typeface="UD デジタル 教科書体 NK-R" panose="02020400000000000000" pitchFamily="18" charset="-128"/>
                <a:cs typeface="Arial" panose="020B0604020202020204" pitchFamily="34" charset="0"/>
              </a:rPr>
              <a:t>　</a:t>
            </a:r>
            <a:r>
              <a:rPr kumimoji="1" lang="en-US" altLang="ja-JP" dirty="0">
                <a:latin typeface="Arial" panose="020B0604020202020204" pitchFamily="34" charset="0"/>
                <a:ea typeface="UD デジタル 教科書体 NK-R" panose="02020400000000000000" pitchFamily="18" charset="-128"/>
                <a:cs typeface="Arial" panose="020B0604020202020204" pitchFamily="34" charset="0"/>
              </a:rPr>
              <a:t>(century) 		</a:t>
            </a:r>
            <a:r>
              <a:rPr kumimoji="1" lang="ja-JP" altLang="en-US" b="1" dirty="0">
                <a:latin typeface="Arial" panose="020B0604020202020204" pitchFamily="34" charset="0"/>
                <a:ea typeface="UD デジタル 教科書体 NK-R" panose="02020400000000000000" pitchFamily="18" charset="-128"/>
                <a:cs typeface="Arial" panose="020B0604020202020204" pitchFamily="34" charset="0"/>
              </a:rPr>
              <a:t>ー　</a:t>
            </a:r>
            <a:r>
              <a:rPr lang="en-US" altLang="ja-JP" b="1" dirty="0" err="1">
                <a:latin typeface="Arial" panose="020B0604020202020204" pitchFamily="34" charset="0"/>
                <a:ea typeface="UD デジタル 教科書体 NK-R" panose="02020400000000000000" pitchFamily="18" charset="-128"/>
                <a:cs typeface="Arial" panose="020B0604020202020204" pitchFamily="34" charset="0"/>
              </a:rPr>
              <a:t>s</a:t>
            </a:r>
            <a:r>
              <a:rPr kumimoji="1" lang="en-US" altLang="ja-JP" b="1" dirty="0" err="1">
                <a:latin typeface="Arial" panose="020B0604020202020204" pitchFamily="34" charset="0"/>
                <a:ea typeface="UD デジタル 教科書体 NK-R" panose="02020400000000000000" pitchFamily="18" charset="-128"/>
                <a:cs typeface="Arial" panose="020B0604020202020204" pitchFamily="34" charset="0"/>
              </a:rPr>
              <a:t>eki</a:t>
            </a:r>
            <a:r>
              <a:rPr kumimoji="1" lang="en-US" altLang="ja-JP" b="1" dirty="0">
                <a:latin typeface="Arial" panose="020B0604020202020204" pitchFamily="34" charset="0"/>
                <a:ea typeface="UD デジタル 教科書体 NK-R" panose="02020400000000000000" pitchFamily="18" charset="-128"/>
                <a:cs typeface="Arial" panose="020B0604020202020204" pitchFamily="34" charset="0"/>
              </a:rPr>
              <a:t> </a:t>
            </a:r>
            <a:r>
              <a:rPr kumimoji="1" lang="en-US" altLang="ja-JP" dirty="0">
                <a:latin typeface="Arial" panose="020B0604020202020204" pitchFamily="34" charset="0"/>
                <a:ea typeface="UD デジタル 教科書体 NK-R" panose="02020400000000000000" pitchFamily="18" charset="-128"/>
                <a:cs typeface="Arial" panose="020B0604020202020204" pitchFamily="34" charset="0"/>
              </a:rPr>
              <a:t>(seat)</a:t>
            </a:r>
            <a:endParaRPr kumimoji="1" lang="ja-JP" altLang="en-US" dirty="0">
              <a:latin typeface="Arial" panose="020B0604020202020204" pitchFamily="34" charset="0"/>
              <a:ea typeface="UD デジタル 教科書体 NK-R" panose="02020400000000000000" pitchFamily="18" charset="-128"/>
              <a:cs typeface="Arial" panose="020B0604020202020204" pitchFamily="34" charset="0"/>
            </a:endParaRPr>
          </a:p>
        </p:txBody>
      </p:sp>
      <p:pic>
        <p:nvPicPr>
          <p:cNvPr id="2050" name="Picture 2" descr="人気のコレクション】 聞く イラスト">
            <a:extLst>
              <a:ext uri="{FF2B5EF4-FFF2-40B4-BE49-F238E27FC236}">
                <a16:creationId xmlns:a16="http://schemas.microsoft.com/office/drawing/2014/main" id="{5972EE52-16D1-711A-A5F6-7879AEFC7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34756" y="3774087"/>
            <a:ext cx="2736169" cy="291188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4" name="Y01_5">
            <a:hlinkClick r:id="" action="ppaction://media"/>
            <a:extLst>
              <a:ext uri="{FF2B5EF4-FFF2-40B4-BE49-F238E27FC236}">
                <a16:creationId xmlns:a16="http://schemas.microsoft.com/office/drawing/2014/main" id="{7A6F2850-4B72-18F5-74F7-8AD319D09C0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567318" y="3967331"/>
            <a:ext cx="304800" cy="304800"/>
          </a:xfrm>
          <a:prstGeom prst="rect">
            <a:avLst/>
          </a:prstGeom>
        </p:spPr>
      </p:pic>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A2253DC5-73FF-F887-5350-F2A131552C8D}"/>
                  </a:ext>
                </a:extLst>
              </p14:cNvPr>
              <p14:cNvContentPartPr/>
              <p14:nvPr/>
            </p14:nvContentPartPr>
            <p14:xfrm>
              <a:off x="3299400" y="2589840"/>
              <a:ext cx="360" cy="5040"/>
            </p14:xfrm>
          </p:contentPart>
        </mc:Choice>
        <mc:Fallback xmlns="">
          <p:pic>
            <p:nvPicPr>
              <p:cNvPr id="5" name="Ink 4">
                <a:extLst>
                  <a:ext uri="{FF2B5EF4-FFF2-40B4-BE49-F238E27FC236}">
                    <a16:creationId xmlns:a16="http://schemas.microsoft.com/office/drawing/2014/main" id="{A2253DC5-73FF-F887-5350-F2A131552C8D}"/>
                  </a:ext>
                </a:extLst>
              </p:cNvPr>
              <p:cNvPicPr/>
              <p:nvPr/>
            </p:nvPicPr>
            <p:blipFill>
              <a:blip r:embed="rId7"/>
              <a:stretch>
                <a:fillRect/>
              </a:stretch>
            </p:blipFill>
            <p:spPr>
              <a:xfrm>
                <a:off x="3290040" y="2580480"/>
                <a:ext cx="1908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D1F899AE-0507-9147-901F-0A74EB875A9D}"/>
                  </a:ext>
                </a:extLst>
              </p14:cNvPr>
              <p14:cNvContentPartPr/>
              <p14:nvPr/>
            </p14:nvContentPartPr>
            <p14:xfrm>
              <a:off x="2792520" y="3139560"/>
              <a:ext cx="1028880" cy="572400"/>
            </p14:xfrm>
          </p:contentPart>
        </mc:Choice>
        <mc:Fallback xmlns="">
          <p:pic>
            <p:nvPicPr>
              <p:cNvPr id="6" name="Ink 5">
                <a:extLst>
                  <a:ext uri="{FF2B5EF4-FFF2-40B4-BE49-F238E27FC236}">
                    <a16:creationId xmlns:a16="http://schemas.microsoft.com/office/drawing/2014/main" id="{D1F899AE-0507-9147-901F-0A74EB875A9D}"/>
                  </a:ext>
                </a:extLst>
              </p:cNvPr>
              <p:cNvPicPr/>
              <p:nvPr/>
            </p:nvPicPr>
            <p:blipFill>
              <a:blip r:embed="rId9"/>
              <a:stretch>
                <a:fillRect/>
              </a:stretch>
            </p:blipFill>
            <p:spPr>
              <a:xfrm>
                <a:off x="2783160" y="3130200"/>
                <a:ext cx="1047600" cy="591120"/>
              </a:xfrm>
              <a:prstGeom prst="rect">
                <a:avLst/>
              </a:prstGeom>
            </p:spPr>
          </p:pic>
        </mc:Fallback>
      </mc:AlternateContent>
    </p:spTree>
    <p:extLst>
      <p:ext uri="{BB962C8B-B14F-4D97-AF65-F5344CB8AC3E}">
        <p14:creationId xmlns:p14="http://schemas.microsoft.com/office/powerpoint/2010/main" val="1017747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1038"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32" fill="hold" display="0">
                  <p:stCondLst>
                    <p:cond delay="indefinite"/>
                  </p:stCondLst>
                  <p:endCondLst>
                    <p:cond evt="onStopAudio" delay="0">
                      <p:tgtEl>
                        <p:sldTgt/>
                      </p:tgtEl>
                    </p:cond>
                  </p:endCondLst>
                </p:cTn>
                <p:tgtEl>
                  <p:spTgt spid="4"/>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4587BDD-B8EF-EA49-3463-C5A8FCF5E087}"/>
              </a:ext>
            </a:extLst>
          </p:cNvPr>
          <p:cNvSpPr/>
          <p:nvPr/>
        </p:nvSpPr>
        <p:spPr>
          <a:xfrm>
            <a:off x="7060275" y="928580"/>
            <a:ext cx="900383" cy="291091"/>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34" charset="-128"/>
              <a:cs typeface="+mn-cs"/>
            </a:endParaRPr>
          </a:p>
        </p:txBody>
      </p:sp>
      <p:sp>
        <p:nvSpPr>
          <p:cNvPr id="5" name="Rectangle 4">
            <a:extLst>
              <a:ext uri="{FF2B5EF4-FFF2-40B4-BE49-F238E27FC236}">
                <a16:creationId xmlns:a16="http://schemas.microsoft.com/office/drawing/2014/main" id="{44757DE1-F1F2-1990-B7CE-09F0581906ED}"/>
              </a:ext>
            </a:extLst>
          </p:cNvPr>
          <p:cNvSpPr/>
          <p:nvPr/>
        </p:nvSpPr>
        <p:spPr>
          <a:xfrm>
            <a:off x="2227973" y="626731"/>
            <a:ext cx="1745511" cy="291091"/>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34" charset="-128"/>
              <a:cs typeface="+mn-cs"/>
            </a:endParaRPr>
          </a:p>
        </p:txBody>
      </p:sp>
      <p:sp>
        <p:nvSpPr>
          <p:cNvPr id="4" name="Content Placeholder 2">
            <a:extLst>
              <a:ext uri="{FF2B5EF4-FFF2-40B4-BE49-F238E27FC236}">
                <a16:creationId xmlns:a16="http://schemas.microsoft.com/office/drawing/2014/main" id="{1AEF248C-7C9F-FD19-70F2-C8D19114D4E4}"/>
              </a:ext>
            </a:extLst>
          </p:cNvPr>
          <p:cNvSpPr>
            <a:spLocks noGrp="1"/>
          </p:cNvSpPr>
          <p:nvPr>
            <p:ph idx="1"/>
          </p:nvPr>
        </p:nvSpPr>
        <p:spPr>
          <a:xfrm>
            <a:off x="656215" y="626731"/>
            <a:ext cx="10515600" cy="5799007"/>
          </a:xfrm>
        </p:spPr>
        <p:txBody>
          <a:bodyPr>
            <a:normAutofit lnSpcReduction="10000"/>
          </a:bodyPr>
          <a:lstStyle/>
          <a:p>
            <a:pPr marL="0" indent="0">
              <a:buNone/>
            </a:pPr>
            <a:r>
              <a:rPr kumimoji="1" lang="en-US" altLang="ja-JP" sz="2400" dirty="0">
                <a:latin typeface="UD デジタル 教科書体 NK-R" panose="02020400000000000000" pitchFamily="18" charset="-128"/>
                <a:ea typeface="UD デジタル 教科書体 NK-R" panose="02020400000000000000" pitchFamily="18" charset="-128"/>
              </a:rPr>
              <a:t>When the same vowel is placed one right after the other, the pronunciation of the vowel becomes about twice as long as the single vowel. Be sure to hold the sound long enough, because the length of the vowel can change one word to another.</a:t>
            </a:r>
          </a:p>
          <a:p>
            <a:pPr marL="0" indent="0">
              <a:buNone/>
            </a:pPr>
            <a:endParaRPr lang="en-US" altLang="ja-JP" sz="2400" dirty="0">
              <a:latin typeface="UD デジタル 教科書体 NK-R" panose="02020400000000000000" pitchFamily="18" charset="-128"/>
              <a:ea typeface="UD デジタル 教科書体 NK-R" panose="02020400000000000000" pitchFamily="18" charset="-128"/>
            </a:endParaRPr>
          </a:p>
          <a:p>
            <a:pPr marL="0" indent="0">
              <a:buNone/>
            </a:pPr>
            <a:r>
              <a:rPr kumimoji="1" lang="en-US" altLang="ja-JP" sz="2400" dirty="0">
                <a:latin typeface="UD デジタル 教科書体 NK-R" panose="02020400000000000000" pitchFamily="18" charset="-128"/>
                <a:ea typeface="UD デジタル 教科書体 NK-R" panose="02020400000000000000" pitchFamily="18" charset="-128"/>
              </a:rPr>
              <a:t>aa	</a:t>
            </a:r>
            <a:r>
              <a:rPr kumimoji="1" lang="en-US" altLang="ja-JP" sz="2400" dirty="0" err="1">
                <a:latin typeface="UD デジタル 教科書体 NK-R" panose="02020400000000000000" pitchFamily="18" charset="-128"/>
                <a:ea typeface="UD デジタル 教科書体 NK-R" panose="02020400000000000000" pitchFamily="18" charset="-128"/>
              </a:rPr>
              <a:t>ob</a:t>
            </a:r>
            <a:r>
              <a:rPr kumimoji="1" lang="en-US" altLang="ja-JP" sz="2400" dirty="0" err="1">
                <a:solidFill>
                  <a:srgbClr val="C00000"/>
                </a:solidFill>
                <a:latin typeface="UD デジタル 教科書体 NK-R" panose="02020400000000000000" pitchFamily="18" charset="-128"/>
                <a:ea typeface="UD デジタル 教科書体 NK-R" panose="02020400000000000000" pitchFamily="18" charset="-128"/>
              </a:rPr>
              <a:t>aa</a:t>
            </a:r>
            <a:r>
              <a:rPr kumimoji="1" lang="en-US" altLang="ja-JP" sz="2400" dirty="0" err="1">
                <a:latin typeface="UD デジタル 教科書体 NK-R" panose="02020400000000000000" pitchFamily="18" charset="-128"/>
                <a:ea typeface="UD デジタル 教科書体 NK-R" panose="02020400000000000000" pitchFamily="18" charset="-128"/>
              </a:rPr>
              <a:t>san</a:t>
            </a:r>
            <a:r>
              <a:rPr kumimoji="1" lang="en-US" altLang="ja-JP" sz="2400" dirty="0">
                <a:latin typeface="UD デジタル 教科書体 NK-R" panose="02020400000000000000" pitchFamily="18" charset="-128"/>
                <a:ea typeface="UD デジタル 教科書体 NK-R" panose="02020400000000000000" pitchFamily="18" charset="-128"/>
              </a:rPr>
              <a:t> (grandmother)		</a:t>
            </a:r>
            <a:r>
              <a:rPr kumimoji="1" lang="en-US" altLang="ja-JP" sz="2400" dirty="0" err="1">
                <a:latin typeface="UD デジタル 教科書体 NK-R" panose="02020400000000000000" pitchFamily="18" charset="-128"/>
                <a:ea typeface="UD デジタル 教科書体 NK-R" panose="02020400000000000000" pitchFamily="18" charset="-128"/>
              </a:rPr>
              <a:t>ob</a:t>
            </a:r>
            <a:r>
              <a:rPr kumimoji="1" lang="en-US" altLang="ja-JP" sz="2400" dirty="0" err="1">
                <a:solidFill>
                  <a:srgbClr val="C00000"/>
                </a:solidFill>
                <a:latin typeface="UD デジタル 教科書体 NK-R" panose="02020400000000000000" pitchFamily="18" charset="-128"/>
                <a:ea typeface="UD デジタル 教科書体 NK-R" panose="02020400000000000000" pitchFamily="18" charset="-128"/>
              </a:rPr>
              <a:t>a</a:t>
            </a:r>
            <a:r>
              <a:rPr kumimoji="1" lang="en-US" altLang="ja-JP" sz="2400" dirty="0" err="1">
                <a:latin typeface="UD デジタル 教科書体 NK-R" panose="02020400000000000000" pitchFamily="18" charset="-128"/>
                <a:ea typeface="UD デジタル 教科書体 NK-R" panose="02020400000000000000" pitchFamily="18" charset="-128"/>
              </a:rPr>
              <a:t>san</a:t>
            </a:r>
            <a:r>
              <a:rPr kumimoji="1" lang="en-US" altLang="ja-JP" sz="2400" dirty="0">
                <a:latin typeface="UD デジタル 教科書体 NK-R" panose="02020400000000000000" pitchFamily="18" charset="-128"/>
                <a:ea typeface="UD デジタル 教科書体 NK-R" panose="02020400000000000000" pitchFamily="18" charset="-128"/>
              </a:rPr>
              <a:t> (aunt)</a:t>
            </a:r>
          </a:p>
          <a:p>
            <a:pPr marL="0" indent="0">
              <a:buNone/>
            </a:pPr>
            <a:endParaRPr lang="en-US" altLang="ja-JP" sz="2400" dirty="0">
              <a:latin typeface="UD デジタル 教科書体 NK-R" panose="02020400000000000000" pitchFamily="18" charset="-128"/>
              <a:ea typeface="UD デジタル 教科書体 NK-R" panose="02020400000000000000" pitchFamily="18" charset="-128"/>
            </a:endParaRPr>
          </a:p>
          <a:p>
            <a:pPr marL="0" indent="0">
              <a:buNone/>
            </a:pPr>
            <a:r>
              <a:rPr kumimoji="1" lang="en-US" altLang="ja-JP" sz="2400" dirty="0">
                <a:latin typeface="UD デジタル 教科書体 NK-R" panose="02020400000000000000" pitchFamily="18" charset="-128"/>
                <a:ea typeface="UD デジタル 教科書体 NK-R" panose="02020400000000000000" pitchFamily="18" charset="-128"/>
              </a:rPr>
              <a:t>ii	</a:t>
            </a:r>
            <a:r>
              <a:rPr kumimoji="1" lang="en-US" altLang="ja-JP" sz="2400" dirty="0" err="1">
                <a:latin typeface="UD デジタル 教科書体 NK-R" panose="02020400000000000000" pitchFamily="18" charset="-128"/>
                <a:ea typeface="UD デジタル 教科書体 NK-R" panose="02020400000000000000" pitchFamily="18" charset="-128"/>
              </a:rPr>
              <a:t>oj</a:t>
            </a:r>
            <a:r>
              <a:rPr kumimoji="1" lang="en-US" altLang="ja-JP" sz="2400" dirty="0" err="1">
                <a:solidFill>
                  <a:srgbClr val="C00000"/>
                </a:solidFill>
                <a:latin typeface="UD デジタル 教科書体 NK-R" panose="02020400000000000000" pitchFamily="18" charset="-128"/>
                <a:ea typeface="UD デジタル 教科書体 NK-R" panose="02020400000000000000" pitchFamily="18" charset="-128"/>
              </a:rPr>
              <a:t>ii</a:t>
            </a:r>
            <a:r>
              <a:rPr kumimoji="1" lang="en-US" altLang="ja-JP" sz="2400" dirty="0" err="1">
                <a:latin typeface="UD デジタル 教科書体 NK-R" panose="02020400000000000000" pitchFamily="18" charset="-128"/>
                <a:ea typeface="UD デジタル 教科書体 NK-R" panose="02020400000000000000" pitchFamily="18" charset="-128"/>
              </a:rPr>
              <a:t>san</a:t>
            </a:r>
            <a:r>
              <a:rPr kumimoji="1" lang="en-US" altLang="ja-JP" sz="2400" dirty="0">
                <a:latin typeface="UD デジタル 教科書体 NK-R" panose="02020400000000000000" pitchFamily="18" charset="-128"/>
                <a:ea typeface="UD デジタル 教科書体 NK-R" panose="02020400000000000000" pitchFamily="18" charset="-128"/>
              </a:rPr>
              <a:t> (grandfather)		</a:t>
            </a:r>
            <a:r>
              <a:rPr kumimoji="1" lang="en-US" altLang="ja-JP" sz="2400" dirty="0" err="1">
                <a:latin typeface="UD デジタル 教科書体 NK-R" panose="02020400000000000000" pitchFamily="18" charset="-128"/>
                <a:ea typeface="UD デジタル 教科書体 NK-R" panose="02020400000000000000" pitchFamily="18" charset="-128"/>
              </a:rPr>
              <a:t>oj</a:t>
            </a:r>
            <a:r>
              <a:rPr kumimoji="1" lang="en-US" altLang="ja-JP" sz="2400" dirty="0" err="1">
                <a:solidFill>
                  <a:srgbClr val="C00000"/>
                </a:solidFill>
                <a:latin typeface="UD デジタル 教科書体 NK-R" panose="02020400000000000000" pitchFamily="18" charset="-128"/>
                <a:ea typeface="UD デジタル 教科書体 NK-R" panose="02020400000000000000" pitchFamily="18" charset="-128"/>
              </a:rPr>
              <a:t>i</a:t>
            </a:r>
            <a:r>
              <a:rPr kumimoji="1" lang="en-US" altLang="ja-JP" sz="2400" dirty="0" err="1">
                <a:latin typeface="UD デジタル 教科書体 NK-R" panose="02020400000000000000" pitchFamily="18" charset="-128"/>
                <a:ea typeface="UD デジタル 教科書体 NK-R" panose="02020400000000000000" pitchFamily="18" charset="-128"/>
              </a:rPr>
              <a:t>san</a:t>
            </a:r>
            <a:r>
              <a:rPr kumimoji="1" lang="en-US" altLang="ja-JP" sz="2400" dirty="0">
                <a:latin typeface="UD デジタル 教科書体 NK-R" panose="02020400000000000000" pitchFamily="18" charset="-128"/>
                <a:ea typeface="UD デジタル 教科書体 NK-R" panose="02020400000000000000" pitchFamily="18" charset="-128"/>
              </a:rPr>
              <a:t> (uncle)</a:t>
            </a:r>
          </a:p>
          <a:p>
            <a:pPr marL="0" indent="0">
              <a:buNone/>
            </a:pPr>
            <a:endParaRPr kumimoji="1" lang="en-US" altLang="ja-JP" sz="2400" dirty="0">
              <a:latin typeface="UD デジタル 教科書体 NK-R" panose="02020400000000000000" pitchFamily="18" charset="-128"/>
              <a:ea typeface="UD デジタル 教科書体 NK-R" panose="02020400000000000000" pitchFamily="18" charset="-128"/>
            </a:endParaRPr>
          </a:p>
          <a:p>
            <a:pPr marL="0" indent="0">
              <a:buNone/>
            </a:pPr>
            <a:r>
              <a:rPr lang="en-US" altLang="ja-JP" sz="2400" dirty="0" err="1">
                <a:latin typeface="UD デジタル 教科書体 NK-R" panose="02020400000000000000" pitchFamily="18" charset="-128"/>
                <a:ea typeface="UD デジタル 教科書体 NK-R" panose="02020400000000000000" pitchFamily="18" charset="-128"/>
              </a:rPr>
              <a:t>uu</a:t>
            </a:r>
            <a:r>
              <a:rPr lang="en-US" altLang="ja-JP" sz="2400" dirty="0">
                <a:latin typeface="UD デジタル 教科書体 NK-R" panose="02020400000000000000" pitchFamily="18" charset="-128"/>
                <a:ea typeface="UD デジタル 教科書体 NK-R" panose="02020400000000000000" pitchFamily="18" charset="-128"/>
              </a:rPr>
              <a:t>	s</a:t>
            </a:r>
            <a:r>
              <a:rPr lang="ja-JP" altLang="en-US" sz="2400" dirty="0">
                <a:latin typeface="UD デジタル 教科書体 NK-R" panose="02020400000000000000" pitchFamily="18" charset="-128"/>
                <a:ea typeface="UD デジタル 教科書体 NK-R" panose="02020400000000000000" pitchFamily="18" charset="-128"/>
              </a:rPr>
              <a:t>ｈ</a:t>
            </a:r>
            <a:r>
              <a:rPr lang="en-US" altLang="ja-JP" sz="2400" dirty="0" err="1">
                <a:solidFill>
                  <a:srgbClr val="C00000"/>
                </a:solidFill>
                <a:latin typeface="UD デジタル 教科書体 NK-R" panose="02020400000000000000" pitchFamily="18" charset="-128"/>
                <a:ea typeface="UD デジタル 教科書体 NK-R" panose="02020400000000000000" pitchFamily="18" charset="-128"/>
              </a:rPr>
              <a:t>uu</a:t>
            </a:r>
            <a:r>
              <a:rPr lang="en-US" altLang="ja-JP" sz="2400" dirty="0" err="1">
                <a:latin typeface="UD デジタル 教科書体 NK-R" panose="02020400000000000000" pitchFamily="18" charset="-128"/>
                <a:ea typeface="UD デジタル 教科書体 NK-R" panose="02020400000000000000" pitchFamily="18" charset="-128"/>
              </a:rPr>
              <a:t>ji</a:t>
            </a:r>
            <a:r>
              <a:rPr lang="ja-JP" altLang="en-US" sz="2400" dirty="0">
                <a:latin typeface="UD デジタル 教科書体 NK-R" panose="02020400000000000000" pitchFamily="18" charset="-128"/>
                <a:ea typeface="UD デジタル 教科書体 NK-R" panose="02020400000000000000" pitchFamily="18" charset="-128"/>
              </a:rPr>
              <a:t>ｎ</a:t>
            </a:r>
            <a:r>
              <a:rPr lang="en-US" altLang="ja-JP" sz="2400" dirty="0">
                <a:latin typeface="UD デジタル 教科書体 NK-R" panose="02020400000000000000" pitchFamily="18" charset="-128"/>
                <a:ea typeface="UD デジタル 教科書体 NK-R" panose="02020400000000000000" pitchFamily="18" charset="-128"/>
              </a:rPr>
              <a:t> (prisoner) 		</a:t>
            </a:r>
            <a:r>
              <a:rPr lang="en-US" altLang="ja-JP" sz="2400" dirty="0" err="1">
                <a:latin typeface="UD デジタル 教科書体 NK-R" panose="02020400000000000000" pitchFamily="18" charset="-128"/>
                <a:ea typeface="UD デジタル 教科書体 NK-R" panose="02020400000000000000" pitchFamily="18" charset="-128"/>
              </a:rPr>
              <a:t>sh</a:t>
            </a:r>
            <a:r>
              <a:rPr lang="en-US" altLang="ja-JP" sz="2400" dirty="0" err="1">
                <a:solidFill>
                  <a:srgbClr val="C00000"/>
                </a:solidFill>
                <a:latin typeface="UD デジタル 教科書体 NK-R" panose="02020400000000000000" pitchFamily="18" charset="-128"/>
                <a:ea typeface="UD デジタル 教科書体 NK-R" panose="02020400000000000000" pitchFamily="18" charset="-128"/>
              </a:rPr>
              <a:t>u</a:t>
            </a:r>
            <a:r>
              <a:rPr lang="en-US" altLang="ja-JP" sz="2400" dirty="0" err="1">
                <a:latin typeface="UD デジタル 教科書体 NK-R" panose="02020400000000000000" pitchFamily="18" charset="-128"/>
                <a:ea typeface="UD デジタル 教科書体 NK-R" panose="02020400000000000000" pitchFamily="18" charset="-128"/>
              </a:rPr>
              <a:t>jin</a:t>
            </a:r>
            <a:r>
              <a:rPr lang="en-US" altLang="ja-JP" sz="2400" dirty="0">
                <a:latin typeface="UD デジタル 教科書体 NK-R" panose="02020400000000000000" pitchFamily="18" charset="-128"/>
                <a:ea typeface="UD デジタル 教科書体 NK-R" panose="02020400000000000000" pitchFamily="18" charset="-128"/>
              </a:rPr>
              <a:t> (husband)</a:t>
            </a:r>
          </a:p>
          <a:p>
            <a:pPr marL="0" indent="0">
              <a:buNone/>
            </a:pPr>
            <a:endParaRPr kumimoji="1" lang="en-US" altLang="ja-JP" sz="2400" dirty="0">
              <a:latin typeface="UD デジタル 教科書体 NK-R" panose="02020400000000000000" pitchFamily="18" charset="-128"/>
              <a:ea typeface="UD デジタル 教科書体 NK-R" panose="02020400000000000000" pitchFamily="18" charset="-128"/>
            </a:endParaRPr>
          </a:p>
          <a:p>
            <a:pPr marL="0" indent="0">
              <a:buNone/>
            </a:pPr>
            <a:r>
              <a:rPr lang="en-US" altLang="ja-JP" sz="2400" dirty="0" err="1">
                <a:latin typeface="UD デジタル 教科書体 NK-R" panose="02020400000000000000" pitchFamily="18" charset="-128"/>
                <a:ea typeface="UD デジタル 教科書体 NK-R" panose="02020400000000000000" pitchFamily="18" charset="-128"/>
              </a:rPr>
              <a:t>ee</a:t>
            </a:r>
            <a:r>
              <a:rPr lang="en-US" altLang="ja-JP" sz="2400" dirty="0">
                <a:latin typeface="UD デジタル 教科書体 NK-R" panose="02020400000000000000" pitchFamily="18" charset="-128"/>
                <a:ea typeface="UD デジタル 教科書体 NK-R" panose="02020400000000000000" pitchFamily="18" charset="-128"/>
              </a:rPr>
              <a:t>	</a:t>
            </a:r>
            <a:r>
              <a:rPr lang="en-US" altLang="ja-JP" sz="2400" dirty="0" err="1">
                <a:latin typeface="UD デジタル 教科書体 NK-R" panose="02020400000000000000" pitchFamily="18" charset="-128"/>
                <a:ea typeface="UD デジタル 教科書体 NK-R" panose="02020400000000000000" pitchFamily="18" charset="-128"/>
              </a:rPr>
              <a:t>s</a:t>
            </a:r>
            <a:r>
              <a:rPr lang="en-US" altLang="ja-JP" sz="2400" dirty="0" err="1">
                <a:solidFill>
                  <a:srgbClr val="C00000"/>
                </a:solidFill>
                <a:latin typeface="UD デジタル 教科書体 NK-R" panose="02020400000000000000" pitchFamily="18" charset="-128"/>
                <a:ea typeface="UD デジタル 教科書体 NK-R" panose="02020400000000000000" pitchFamily="18" charset="-128"/>
              </a:rPr>
              <a:t>ee</a:t>
            </a:r>
            <a:r>
              <a:rPr lang="en-US" altLang="ja-JP" sz="2400" dirty="0" err="1">
                <a:latin typeface="UD デジタル 教科書体 NK-R" panose="02020400000000000000" pitchFamily="18" charset="-128"/>
                <a:ea typeface="UD デジタル 教科書体 NK-R" panose="02020400000000000000" pitchFamily="18" charset="-128"/>
              </a:rPr>
              <a:t>ki</a:t>
            </a:r>
            <a:r>
              <a:rPr lang="en-US" altLang="ja-JP" sz="2400" dirty="0">
                <a:latin typeface="UD デジタル 教科書体 NK-R" panose="02020400000000000000" pitchFamily="18" charset="-128"/>
                <a:ea typeface="UD デジタル 教科書体 NK-R" panose="02020400000000000000" pitchFamily="18" charset="-128"/>
              </a:rPr>
              <a:t> (century)			</a:t>
            </a:r>
            <a:r>
              <a:rPr lang="en-US" altLang="ja-JP" sz="2400" dirty="0" err="1">
                <a:latin typeface="UD デジタル 教科書体 NK-R" panose="02020400000000000000" pitchFamily="18" charset="-128"/>
                <a:ea typeface="UD デジタル 教科書体 NK-R" panose="02020400000000000000" pitchFamily="18" charset="-128"/>
              </a:rPr>
              <a:t>s</a:t>
            </a:r>
            <a:r>
              <a:rPr lang="en-US" altLang="ja-JP" sz="2400" dirty="0" err="1">
                <a:solidFill>
                  <a:srgbClr val="C00000"/>
                </a:solidFill>
                <a:latin typeface="UD デジタル 教科書体 NK-R" panose="02020400000000000000" pitchFamily="18" charset="-128"/>
                <a:ea typeface="UD デジタル 教科書体 NK-R" panose="02020400000000000000" pitchFamily="18" charset="-128"/>
              </a:rPr>
              <a:t>e</a:t>
            </a:r>
            <a:r>
              <a:rPr lang="en-US" altLang="ja-JP" sz="2400" dirty="0" err="1">
                <a:latin typeface="UD デジタル 教科書体 NK-R" panose="02020400000000000000" pitchFamily="18" charset="-128"/>
                <a:ea typeface="UD デジタル 教科書体 NK-R" panose="02020400000000000000" pitchFamily="18" charset="-128"/>
              </a:rPr>
              <a:t>ki</a:t>
            </a:r>
            <a:r>
              <a:rPr lang="en-US" altLang="ja-JP" sz="2400" dirty="0">
                <a:latin typeface="UD デジタル 教科書体 NK-R" panose="02020400000000000000" pitchFamily="18" charset="-128"/>
                <a:ea typeface="UD デジタル 教科書体 NK-R" panose="02020400000000000000" pitchFamily="18" charset="-128"/>
              </a:rPr>
              <a:t> (seat)</a:t>
            </a:r>
          </a:p>
          <a:p>
            <a:pPr marL="0" indent="0">
              <a:buNone/>
            </a:pPr>
            <a:endParaRPr kumimoji="1" lang="en-US" altLang="ja-JP" sz="2400" dirty="0">
              <a:latin typeface="UD デジタル 教科書体 NK-R" panose="02020400000000000000" pitchFamily="18" charset="-128"/>
              <a:ea typeface="UD デジタル 教科書体 NK-R" panose="02020400000000000000" pitchFamily="18" charset="-128"/>
            </a:endParaRPr>
          </a:p>
          <a:p>
            <a:pPr marL="0" indent="0">
              <a:buNone/>
            </a:pPr>
            <a:r>
              <a:rPr lang="en-US" altLang="ja-JP" sz="2400" dirty="0" err="1">
                <a:latin typeface="UD デジタル 教科書体 NK-R" panose="02020400000000000000" pitchFamily="18" charset="-128"/>
                <a:ea typeface="UD デジタル 教科書体 NK-R" panose="02020400000000000000" pitchFamily="18" charset="-128"/>
              </a:rPr>
              <a:t>oo</a:t>
            </a:r>
            <a:r>
              <a:rPr lang="en-US" altLang="ja-JP" sz="2400" dirty="0">
                <a:latin typeface="UD デジタル 教科書体 NK-R" panose="02020400000000000000" pitchFamily="18" charset="-128"/>
                <a:ea typeface="UD デジタル 教科書体 NK-R" panose="02020400000000000000" pitchFamily="18" charset="-128"/>
              </a:rPr>
              <a:t> 	</a:t>
            </a:r>
            <a:r>
              <a:rPr lang="en-US" altLang="ja-JP" sz="2400" dirty="0" err="1">
                <a:solidFill>
                  <a:srgbClr val="C00000"/>
                </a:solidFill>
                <a:latin typeface="UD デジタル 教科書体 NK-R" panose="02020400000000000000" pitchFamily="18" charset="-128"/>
                <a:ea typeface="UD デジタル 教科書体 NK-R" panose="02020400000000000000" pitchFamily="18" charset="-128"/>
              </a:rPr>
              <a:t>oo</a:t>
            </a:r>
            <a:r>
              <a:rPr lang="en-US" altLang="ja-JP" sz="2400" dirty="0" err="1">
                <a:latin typeface="UD デジタル 教科書体 NK-R" panose="02020400000000000000" pitchFamily="18" charset="-128"/>
                <a:ea typeface="UD デジタル 教科書体 NK-R" panose="02020400000000000000" pitchFamily="18" charset="-128"/>
              </a:rPr>
              <a:t>ya</a:t>
            </a:r>
            <a:r>
              <a:rPr lang="en-US" altLang="ja-JP" sz="2400" dirty="0">
                <a:latin typeface="UD デジタル 教科書体 NK-R" panose="02020400000000000000" pitchFamily="18" charset="-128"/>
                <a:ea typeface="UD デジタル 教科書体 NK-R" panose="02020400000000000000" pitchFamily="18" charset="-128"/>
              </a:rPr>
              <a:t> (landlord)			</a:t>
            </a:r>
            <a:r>
              <a:rPr lang="en-US" altLang="ja-JP" sz="2400" dirty="0" err="1">
                <a:solidFill>
                  <a:srgbClr val="C00000"/>
                </a:solidFill>
                <a:latin typeface="UD デジタル 教科書体 NK-R" panose="02020400000000000000" pitchFamily="18" charset="-128"/>
                <a:ea typeface="UD デジタル 教科書体 NK-R" panose="02020400000000000000" pitchFamily="18" charset="-128"/>
              </a:rPr>
              <a:t>o</a:t>
            </a:r>
            <a:r>
              <a:rPr lang="en-US" altLang="ja-JP" sz="2400" dirty="0" err="1">
                <a:latin typeface="UD デジタル 教科書体 NK-R" panose="02020400000000000000" pitchFamily="18" charset="-128"/>
                <a:ea typeface="UD デジタル 教科書体 NK-R" panose="02020400000000000000" pitchFamily="18" charset="-128"/>
              </a:rPr>
              <a:t>ya</a:t>
            </a:r>
            <a:r>
              <a:rPr lang="en-US" altLang="ja-JP" sz="2400" dirty="0">
                <a:latin typeface="UD デジタル 教科書体 NK-R" panose="02020400000000000000" pitchFamily="18" charset="-128"/>
                <a:ea typeface="UD デジタル 教科書体 NK-R" panose="02020400000000000000" pitchFamily="18" charset="-128"/>
              </a:rPr>
              <a:t> (parent)</a:t>
            </a:r>
            <a:endParaRPr kumimoji="1" lang="ja-JP" altLang="en-US" sz="2400" dirty="0">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308C90A7-070C-CA06-BD40-6C430328BA2D}"/>
                  </a:ext>
                </a:extLst>
              </p14:cNvPr>
              <p14:cNvContentPartPr/>
              <p14:nvPr/>
            </p14:nvContentPartPr>
            <p14:xfrm>
              <a:off x="7446600" y="1180800"/>
              <a:ext cx="11880" cy="2520"/>
            </p14:xfrm>
          </p:contentPart>
        </mc:Choice>
        <mc:Fallback xmlns="">
          <p:pic>
            <p:nvPicPr>
              <p:cNvPr id="2" name="Ink 1">
                <a:extLst>
                  <a:ext uri="{FF2B5EF4-FFF2-40B4-BE49-F238E27FC236}">
                    <a16:creationId xmlns:a16="http://schemas.microsoft.com/office/drawing/2014/main" id="{308C90A7-070C-CA06-BD40-6C430328BA2D}"/>
                  </a:ext>
                </a:extLst>
              </p:cNvPr>
              <p:cNvPicPr/>
              <p:nvPr/>
            </p:nvPicPr>
            <p:blipFill>
              <a:blip r:embed="rId3"/>
              <a:stretch>
                <a:fillRect/>
              </a:stretch>
            </p:blipFill>
            <p:spPr>
              <a:xfrm>
                <a:off x="7437240" y="1171440"/>
                <a:ext cx="30600" cy="21240"/>
              </a:xfrm>
              <a:prstGeom prst="rect">
                <a:avLst/>
              </a:prstGeom>
            </p:spPr>
          </p:pic>
        </mc:Fallback>
      </mc:AlternateContent>
    </p:spTree>
    <p:extLst>
      <p:ext uri="{BB962C8B-B14F-4D97-AF65-F5344CB8AC3E}">
        <p14:creationId xmlns:p14="http://schemas.microsoft.com/office/powerpoint/2010/main" val="1369708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9AD1D-53FF-F86E-4919-986D815D1C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9550CE-1F01-D64C-016E-C239F3227BDE}"/>
              </a:ext>
            </a:extLst>
          </p:cNvPr>
          <p:cNvSpPr>
            <a:spLocks noGrp="1"/>
          </p:cNvSpPr>
          <p:nvPr>
            <p:ph idx="1"/>
          </p:nvPr>
        </p:nvSpPr>
        <p:spPr/>
        <p:txBody>
          <a:bodyPr/>
          <a:lstStyle/>
          <a:p>
            <a:r>
              <a:rPr lang="ja-JP" altLang="en-US" dirty="0"/>
              <a:t>おはよう</a:t>
            </a:r>
            <a:endParaRPr lang="en-US" altLang="ja-JP" dirty="0"/>
          </a:p>
          <a:p>
            <a:pPr marL="0" indent="0">
              <a:buNone/>
            </a:pPr>
            <a:r>
              <a:rPr lang="ja-JP" altLang="en-US" dirty="0"/>
              <a:t> </a:t>
            </a:r>
            <a:r>
              <a:rPr lang="en-US" altLang="ja-JP" dirty="0"/>
              <a:t>  o ha </a:t>
            </a:r>
            <a:r>
              <a:rPr lang="en-US" altLang="ja-JP" u="sng" dirty="0" err="1"/>
              <a:t>yo</a:t>
            </a:r>
            <a:r>
              <a:rPr lang="en-US" altLang="ja-JP" u="sng" dirty="0"/>
              <a:t> u </a:t>
            </a:r>
            <a:r>
              <a:rPr lang="ja-JP" altLang="en-US" dirty="0"/>
              <a:t>→ </a:t>
            </a:r>
            <a:r>
              <a:rPr lang="en-US" altLang="ja-JP" dirty="0" err="1"/>
              <a:t>yoo</a:t>
            </a:r>
            <a:endParaRPr lang="en-US" altLang="ja-JP" dirty="0"/>
          </a:p>
          <a:p>
            <a:pPr marL="0" indent="0">
              <a:buNone/>
            </a:pPr>
            <a:endParaRPr lang="en-US" dirty="0"/>
          </a:p>
          <a:p>
            <a:pPr marL="0" indent="0">
              <a:buNone/>
            </a:pPr>
            <a:r>
              <a:rPr lang="ja-JP" altLang="en-US" dirty="0"/>
              <a:t>えいが</a:t>
            </a:r>
            <a:endParaRPr lang="en-US" altLang="ja-JP" dirty="0"/>
          </a:p>
          <a:p>
            <a:pPr marL="0" indent="0">
              <a:buNone/>
            </a:pPr>
            <a:r>
              <a:rPr lang="en-US" u="sng" dirty="0"/>
              <a:t>e  </a:t>
            </a:r>
            <a:r>
              <a:rPr lang="en-US" u="sng" dirty="0" err="1"/>
              <a:t>i</a:t>
            </a:r>
            <a:r>
              <a:rPr lang="en-US" u="sng" dirty="0"/>
              <a:t>  </a:t>
            </a:r>
            <a:r>
              <a:rPr lang="en-US" dirty="0"/>
              <a:t>ga </a:t>
            </a:r>
            <a:r>
              <a:rPr lang="ja-JP" altLang="en-US" dirty="0"/>
              <a:t>→ </a:t>
            </a:r>
            <a:r>
              <a:rPr lang="en-US" altLang="ja-JP" dirty="0"/>
              <a:t>ee</a:t>
            </a:r>
            <a:endParaRPr lang="en-US" dirty="0"/>
          </a:p>
        </p:txBody>
      </p:sp>
    </p:spTree>
    <p:extLst>
      <p:ext uri="{BB962C8B-B14F-4D97-AF65-F5344CB8AC3E}">
        <p14:creationId xmlns:p14="http://schemas.microsoft.com/office/powerpoint/2010/main" val="1365966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3EBFFB-D50F-5982-1BEB-8121016789A1}"/>
              </a:ext>
            </a:extLst>
          </p:cNvPr>
          <p:cNvSpPr/>
          <p:nvPr/>
        </p:nvSpPr>
        <p:spPr>
          <a:xfrm>
            <a:off x="838200" y="614428"/>
            <a:ext cx="5167745" cy="677732"/>
          </a:xfrm>
          <a:prstGeom prst="rect">
            <a:avLst/>
          </a:prstGeom>
          <a:solidFill>
            <a:schemeClr val="accent5">
              <a:lumMod val="20000"/>
              <a:lumOff val="8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34" charset="-128"/>
              <a:cs typeface="+mn-cs"/>
            </a:endParaRPr>
          </a:p>
        </p:txBody>
      </p:sp>
      <p:sp>
        <p:nvSpPr>
          <p:cNvPr id="7" name="Title 1">
            <a:extLst>
              <a:ext uri="{FF2B5EF4-FFF2-40B4-BE49-F238E27FC236}">
                <a16:creationId xmlns:a16="http://schemas.microsoft.com/office/drawing/2014/main" id="{F0330DDA-06E6-2D53-4AA7-11A7989A84DD}"/>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44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Sentence Structure</a:t>
            </a:r>
            <a:endParaRPr kumimoji="1" lang="ja-JP" altLang="en-US" sz="44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endParaRPr>
          </a:p>
        </p:txBody>
      </p:sp>
      <p:sp>
        <p:nvSpPr>
          <p:cNvPr id="6" name="Rectangle: Rounded Corners 5">
            <a:extLst>
              <a:ext uri="{FF2B5EF4-FFF2-40B4-BE49-F238E27FC236}">
                <a16:creationId xmlns:a16="http://schemas.microsoft.com/office/drawing/2014/main" id="{917E21E4-5F4C-6C73-7E35-36839FB056AC}"/>
              </a:ext>
            </a:extLst>
          </p:cNvPr>
          <p:cNvSpPr/>
          <p:nvPr/>
        </p:nvSpPr>
        <p:spPr>
          <a:xfrm>
            <a:off x="812063" y="2913061"/>
            <a:ext cx="2687711" cy="1325564"/>
          </a:xfrm>
          <a:prstGeom prst="roundRect">
            <a:avLst/>
          </a:prstGeom>
          <a:solidFill>
            <a:schemeClr val="accent4">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34" charset="-128"/>
              <a:cs typeface="+mn-cs"/>
            </a:endParaRPr>
          </a:p>
        </p:txBody>
      </p:sp>
      <p:sp>
        <p:nvSpPr>
          <p:cNvPr id="8" name="Rectangle: Rounded Corners 7">
            <a:extLst>
              <a:ext uri="{FF2B5EF4-FFF2-40B4-BE49-F238E27FC236}">
                <a16:creationId xmlns:a16="http://schemas.microsoft.com/office/drawing/2014/main" id="{B34257AA-12A1-00E5-3B02-87497233A357}"/>
              </a:ext>
            </a:extLst>
          </p:cNvPr>
          <p:cNvSpPr/>
          <p:nvPr/>
        </p:nvSpPr>
        <p:spPr>
          <a:xfrm>
            <a:off x="4752144" y="2913063"/>
            <a:ext cx="2687711" cy="1325564"/>
          </a:xfrm>
          <a:prstGeom prst="roundRect">
            <a:avLst/>
          </a:prstGeom>
          <a:solidFill>
            <a:schemeClr val="accent4">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34" charset="-128"/>
              <a:cs typeface="+mn-cs"/>
            </a:endParaRPr>
          </a:p>
        </p:txBody>
      </p:sp>
      <p:sp>
        <p:nvSpPr>
          <p:cNvPr id="9" name="Rectangle: Rounded Corners 8">
            <a:extLst>
              <a:ext uri="{FF2B5EF4-FFF2-40B4-BE49-F238E27FC236}">
                <a16:creationId xmlns:a16="http://schemas.microsoft.com/office/drawing/2014/main" id="{D54910B2-DB58-D06D-26BA-F7332F607FA8}"/>
              </a:ext>
            </a:extLst>
          </p:cNvPr>
          <p:cNvSpPr/>
          <p:nvPr/>
        </p:nvSpPr>
        <p:spPr>
          <a:xfrm>
            <a:off x="8951209" y="2913063"/>
            <a:ext cx="2944785" cy="1325564"/>
          </a:xfrm>
          <a:prstGeom prst="roundRect">
            <a:avLst/>
          </a:prstGeom>
          <a:solidFill>
            <a:schemeClr val="accent4">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34" charset="-128"/>
              <a:cs typeface="+mn-cs"/>
            </a:endParaRPr>
          </a:p>
        </p:txBody>
      </p:sp>
      <p:sp>
        <p:nvSpPr>
          <p:cNvPr id="11" name="Title 1">
            <a:extLst>
              <a:ext uri="{FF2B5EF4-FFF2-40B4-BE49-F238E27FC236}">
                <a16:creationId xmlns:a16="http://schemas.microsoft.com/office/drawing/2014/main" id="{EF380F8D-2D78-8010-110F-9898D424CB8C}"/>
              </a:ext>
            </a:extLst>
          </p:cNvPr>
          <p:cNvSpPr txBox="1">
            <a:spLocks/>
          </p:cNvSpPr>
          <p:nvPr/>
        </p:nvSpPr>
        <p:spPr>
          <a:xfrm>
            <a:off x="923709" y="2913063"/>
            <a:ext cx="241090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1" lang="en-US" altLang="ja-JP" sz="4400" b="0" i="0" u="none" strike="noStrike" kern="1200" cap="none" spc="0" normalizeH="0" baseline="0" noProof="0" dirty="0" err="1">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watashi</a:t>
            </a:r>
            <a:endParaRPr kumimoji="1" lang="ja-JP" altLang="en-US" sz="44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endParaRPr>
          </a:p>
        </p:txBody>
      </p:sp>
      <p:sp>
        <p:nvSpPr>
          <p:cNvPr id="12" name="Title 1">
            <a:extLst>
              <a:ext uri="{FF2B5EF4-FFF2-40B4-BE49-F238E27FC236}">
                <a16:creationId xmlns:a16="http://schemas.microsoft.com/office/drawing/2014/main" id="{1FCDA464-AB61-A141-7FEE-B29F4F3081EA}"/>
              </a:ext>
            </a:extLst>
          </p:cNvPr>
          <p:cNvSpPr txBox="1">
            <a:spLocks/>
          </p:cNvSpPr>
          <p:nvPr/>
        </p:nvSpPr>
        <p:spPr>
          <a:xfrm>
            <a:off x="4890544" y="2973842"/>
            <a:ext cx="241090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1" lang="en-MY" altLang="ja-JP" sz="4400" b="0" i="0" u="none" strike="noStrike" kern="1200" cap="none" spc="0" normalizeH="0" baseline="0" noProof="0" dirty="0" err="1">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terebi</a:t>
            </a:r>
            <a:endParaRPr kumimoji="1" lang="ja-JP" altLang="en-US" sz="44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endParaRPr>
          </a:p>
        </p:txBody>
      </p:sp>
      <p:sp>
        <p:nvSpPr>
          <p:cNvPr id="13" name="Title 1">
            <a:extLst>
              <a:ext uri="{FF2B5EF4-FFF2-40B4-BE49-F238E27FC236}">
                <a16:creationId xmlns:a16="http://schemas.microsoft.com/office/drawing/2014/main" id="{7287FBC2-5C54-39CE-1BA7-70C92A39CAE4}"/>
              </a:ext>
            </a:extLst>
          </p:cNvPr>
          <p:cNvSpPr txBox="1">
            <a:spLocks/>
          </p:cNvSpPr>
          <p:nvPr/>
        </p:nvSpPr>
        <p:spPr>
          <a:xfrm>
            <a:off x="9045039" y="2913062"/>
            <a:ext cx="298935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4400" b="0" i="0" u="none" strike="noStrike" kern="1200" cap="none" spc="0" normalizeH="0" baseline="0" noProof="0" dirty="0" err="1">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mimasu</a:t>
            </a:r>
            <a:endParaRPr kumimoji="1" lang="ja-JP" altLang="en-US" sz="44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endParaRPr>
          </a:p>
        </p:txBody>
      </p:sp>
      <p:sp>
        <p:nvSpPr>
          <p:cNvPr id="16" name="Title 1">
            <a:extLst>
              <a:ext uri="{FF2B5EF4-FFF2-40B4-BE49-F238E27FC236}">
                <a16:creationId xmlns:a16="http://schemas.microsoft.com/office/drawing/2014/main" id="{FA923105-3C1F-9433-D140-F6B41C56AC36}"/>
              </a:ext>
            </a:extLst>
          </p:cNvPr>
          <p:cNvSpPr txBox="1">
            <a:spLocks/>
          </p:cNvSpPr>
          <p:nvPr/>
        </p:nvSpPr>
        <p:spPr>
          <a:xfrm>
            <a:off x="1006287" y="1939991"/>
            <a:ext cx="241090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1" lang="en-US" altLang="zh-CN" sz="40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I</a:t>
            </a:r>
          </a:p>
        </p:txBody>
      </p:sp>
      <p:sp>
        <p:nvSpPr>
          <p:cNvPr id="17" name="Title 1">
            <a:extLst>
              <a:ext uri="{FF2B5EF4-FFF2-40B4-BE49-F238E27FC236}">
                <a16:creationId xmlns:a16="http://schemas.microsoft.com/office/drawing/2014/main" id="{4C496F74-460C-EB6A-AA09-C2D354558794}"/>
              </a:ext>
            </a:extLst>
          </p:cNvPr>
          <p:cNvSpPr txBox="1">
            <a:spLocks/>
          </p:cNvSpPr>
          <p:nvPr/>
        </p:nvSpPr>
        <p:spPr>
          <a:xfrm>
            <a:off x="9334262" y="1939990"/>
            <a:ext cx="241090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1" lang="en-US" altLang="zh-CN" sz="40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watch</a:t>
            </a:r>
          </a:p>
        </p:txBody>
      </p:sp>
      <p:sp>
        <p:nvSpPr>
          <p:cNvPr id="18" name="Title 1">
            <a:extLst>
              <a:ext uri="{FF2B5EF4-FFF2-40B4-BE49-F238E27FC236}">
                <a16:creationId xmlns:a16="http://schemas.microsoft.com/office/drawing/2014/main" id="{D812083A-38FF-A3D9-D021-DC5FDB4FF69D}"/>
              </a:ext>
            </a:extLst>
          </p:cNvPr>
          <p:cNvSpPr txBox="1">
            <a:spLocks/>
          </p:cNvSpPr>
          <p:nvPr/>
        </p:nvSpPr>
        <p:spPr>
          <a:xfrm>
            <a:off x="4890544" y="1946975"/>
            <a:ext cx="241090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1" lang="en-US" altLang="zh-CN" sz="40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TV</a:t>
            </a:r>
          </a:p>
        </p:txBody>
      </p:sp>
      <p:sp>
        <p:nvSpPr>
          <p:cNvPr id="20" name="Title 1">
            <a:extLst>
              <a:ext uri="{FF2B5EF4-FFF2-40B4-BE49-F238E27FC236}">
                <a16:creationId xmlns:a16="http://schemas.microsoft.com/office/drawing/2014/main" id="{B1D3A06F-9C1E-B506-2497-8DE968EC57F5}"/>
              </a:ext>
            </a:extLst>
          </p:cNvPr>
          <p:cNvSpPr txBox="1">
            <a:spLocks/>
          </p:cNvSpPr>
          <p:nvPr/>
        </p:nvSpPr>
        <p:spPr>
          <a:xfrm>
            <a:off x="3533311" y="2912444"/>
            <a:ext cx="125237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1" lang="en-US" altLang="ja-JP" sz="4400" b="0" i="0" u="none" strike="noStrike" kern="1200" cap="none" spc="0" normalizeH="0" baseline="0" noProof="0" dirty="0" err="1">
                <a:ln>
                  <a:noFill/>
                </a:ln>
                <a:solidFill>
                  <a:srgbClr val="C00000"/>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wa</a:t>
            </a:r>
            <a:endParaRPr kumimoji="1" lang="ja-JP" altLang="en-US" sz="4400" b="0" i="0" u="none" strike="noStrike" kern="1200" cap="none" spc="0" normalizeH="0" baseline="0" noProof="0" dirty="0">
              <a:ln>
                <a:noFill/>
              </a:ln>
              <a:solidFill>
                <a:srgbClr val="C00000"/>
              </a:solidFill>
              <a:effectLst/>
              <a:uLnTx/>
              <a:uFillTx/>
              <a:latin typeface="Arial" panose="020B0604020202020204" pitchFamily="34" charset="0"/>
              <a:ea typeface="UD デジタル 教科書体 NK-R" panose="02020400000000000000" pitchFamily="18" charset="-128"/>
              <a:cs typeface="Arial" panose="020B0604020202020204" pitchFamily="34" charset="0"/>
            </a:endParaRPr>
          </a:p>
        </p:txBody>
      </p:sp>
      <p:sp>
        <p:nvSpPr>
          <p:cNvPr id="21" name="Title 1">
            <a:extLst>
              <a:ext uri="{FF2B5EF4-FFF2-40B4-BE49-F238E27FC236}">
                <a16:creationId xmlns:a16="http://schemas.microsoft.com/office/drawing/2014/main" id="{04975C4B-C5C0-CE73-E882-E102F982C129}"/>
              </a:ext>
            </a:extLst>
          </p:cNvPr>
          <p:cNvSpPr txBox="1">
            <a:spLocks/>
          </p:cNvSpPr>
          <p:nvPr/>
        </p:nvSpPr>
        <p:spPr>
          <a:xfrm>
            <a:off x="7583711" y="2912444"/>
            <a:ext cx="125237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1" lang="en-US" altLang="ja-JP" sz="4400" b="0" i="0" u="none" strike="noStrike" kern="1200" cap="none" spc="0" normalizeH="0" baseline="0" noProof="0" dirty="0">
                <a:ln>
                  <a:noFill/>
                </a:ln>
                <a:solidFill>
                  <a:srgbClr val="C00000"/>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o</a:t>
            </a:r>
            <a:endParaRPr kumimoji="1" lang="ja-JP" altLang="en-US" sz="4400" b="0" i="0" u="none" strike="noStrike" kern="1200" cap="none" spc="0" normalizeH="0" baseline="0" noProof="0" dirty="0">
              <a:ln>
                <a:noFill/>
              </a:ln>
              <a:solidFill>
                <a:srgbClr val="C00000"/>
              </a:solidFill>
              <a:effectLst/>
              <a:uLnTx/>
              <a:uFillTx/>
              <a:latin typeface="Arial" panose="020B0604020202020204" pitchFamily="34" charset="0"/>
              <a:ea typeface="UD デジタル 教科書体 NK-R" panose="02020400000000000000" pitchFamily="18" charset="-128"/>
              <a:cs typeface="Arial" panose="020B0604020202020204" pitchFamily="34" charset="0"/>
            </a:endParaRPr>
          </a:p>
        </p:txBody>
      </p:sp>
      <p:grpSp>
        <p:nvGrpSpPr>
          <p:cNvPr id="28" name="Group 27">
            <a:extLst>
              <a:ext uri="{FF2B5EF4-FFF2-40B4-BE49-F238E27FC236}">
                <a16:creationId xmlns:a16="http://schemas.microsoft.com/office/drawing/2014/main" id="{96DE5323-3726-0FF3-5A21-9A6DAECE189A}"/>
              </a:ext>
            </a:extLst>
          </p:cNvPr>
          <p:cNvGrpSpPr/>
          <p:nvPr/>
        </p:nvGrpSpPr>
        <p:grpSpPr>
          <a:xfrm>
            <a:off x="912026" y="5617002"/>
            <a:ext cx="2505170" cy="1107996"/>
            <a:chOff x="790597" y="5540517"/>
            <a:chExt cx="2505170" cy="1107996"/>
          </a:xfrm>
        </p:grpSpPr>
        <p:sp>
          <p:nvSpPr>
            <p:cNvPr id="22" name="Rectangle 21">
              <a:extLst>
                <a:ext uri="{FF2B5EF4-FFF2-40B4-BE49-F238E27FC236}">
                  <a16:creationId xmlns:a16="http://schemas.microsoft.com/office/drawing/2014/main" id="{D335819A-B65F-0A9B-4FAB-783B832FA453}"/>
                </a:ext>
              </a:extLst>
            </p:cNvPr>
            <p:cNvSpPr/>
            <p:nvPr/>
          </p:nvSpPr>
          <p:spPr>
            <a:xfrm>
              <a:off x="790597" y="5540517"/>
              <a:ext cx="742511" cy="1107996"/>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6600" b="1" i="0" u="none" strike="noStrike" kern="1200" cap="none" spc="0" normalizeH="0" baseline="0" noProof="0" dirty="0">
                  <a:ln w="22225">
                    <a:solidFill>
                      <a:srgbClr val="ED7D31"/>
                    </a:solidFill>
                    <a:prstDash val="solid"/>
                  </a:ln>
                  <a:solidFill>
                    <a:srgbClr val="ED7D31">
                      <a:lumMod val="40000"/>
                      <a:lumOff val="60000"/>
                    </a:srgbClr>
                  </a:solidFill>
                  <a:effectLst/>
                  <a:uLnTx/>
                  <a:uFillTx/>
                  <a:latin typeface="Arial" panose="020B0604020202020204" pitchFamily="34" charset="0"/>
                  <a:ea typeface="UD Digi Kyokasho NK-R" panose="02020400000000000000" pitchFamily="18" charset="-128"/>
                  <a:cs typeface="Arial" panose="020B0604020202020204" pitchFamily="34" charset="0"/>
                </a:rPr>
                <a:t>S</a:t>
              </a:r>
            </a:p>
          </p:txBody>
        </p:sp>
        <p:sp>
          <p:nvSpPr>
            <p:cNvPr id="25" name="Title 1">
              <a:extLst>
                <a:ext uri="{FF2B5EF4-FFF2-40B4-BE49-F238E27FC236}">
                  <a16:creationId xmlns:a16="http://schemas.microsoft.com/office/drawing/2014/main" id="{F2C25042-7629-F1FD-E1A3-6FC59AB5E104}"/>
                </a:ext>
              </a:extLst>
            </p:cNvPr>
            <p:cNvSpPr txBox="1">
              <a:spLocks/>
            </p:cNvSpPr>
            <p:nvPr/>
          </p:nvSpPr>
          <p:spPr>
            <a:xfrm>
              <a:off x="1374114" y="5906724"/>
              <a:ext cx="1921653" cy="67402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4400" b="0" i="0" u="none" strike="noStrike" kern="1200" cap="none" spc="0" normalizeH="0" baseline="0" noProof="0" dirty="0" err="1">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ubject</a:t>
              </a:r>
              <a:endParaRPr kumimoji="1" lang="ja-JP" altLang="en-US" sz="44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endParaRPr>
            </a:p>
          </p:txBody>
        </p:sp>
      </p:grpSp>
      <p:grpSp>
        <p:nvGrpSpPr>
          <p:cNvPr id="29" name="Group 28">
            <a:extLst>
              <a:ext uri="{FF2B5EF4-FFF2-40B4-BE49-F238E27FC236}">
                <a16:creationId xmlns:a16="http://schemas.microsoft.com/office/drawing/2014/main" id="{3F4F52B4-880E-2F20-AC47-BA27542C0DC7}"/>
              </a:ext>
            </a:extLst>
          </p:cNvPr>
          <p:cNvGrpSpPr/>
          <p:nvPr/>
        </p:nvGrpSpPr>
        <p:grpSpPr>
          <a:xfrm>
            <a:off x="4978733" y="5617002"/>
            <a:ext cx="2232626" cy="1107996"/>
            <a:chOff x="4781172" y="5540517"/>
            <a:chExt cx="2232626" cy="1107996"/>
          </a:xfrm>
        </p:grpSpPr>
        <p:sp>
          <p:nvSpPr>
            <p:cNvPr id="23" name="Rectangle 22">
              <a:extLst>
                <a:ext uri="{FF2B5EF4-FFF2-40B4-BE49-F238E27FC236}">
                  <a16:creationId xmlns:a16="http://schemas.microsoft.com/office/drawing/2014/main" id="{4D63E433-282D-E25D-BB9C-305230D618C4}"/>
                </a:ext>
              </a:extLst>
            </p:cNvPr>
            <p:cNvSpPr/>
            <p:nvPr/>
          </p:nvSpPr>
          <p:spPr>
            <a:xfrm>
              <a:off x="4781172" y="5540517"/>
              <a:ext cx="837089" cy="1107996"/>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6600" b="1" i="0" u="none" strike="noStrike" kern="1200" cap="none" spc="0" normalizeH="0" baseline="0" noProof="0" dirty="0">
                  <a:ln w="22225">
                    <a:solidFill>
                      <a:srgbClr val="ED7D31"/>
                    </a:solidFill>
                    <a:prstDash val="solid"/>
                  </a:ln>
                  <a:solidFill>
                    <a:srgbClr val="ED7D31">
                      <a:lumMod val="40000"/>
                      <a:lumOff val="60000"/>
                    </a:srgbClr>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O</a:t>
              </a:r>
            </a:p>
          </p:txBody>
        </p:sp>
        <p:sp>
          <p:nvSpPr>
            <p:cNvPr id="26" name="Title 1">
              <a:extLst>
                <a:ext uri="{FF2B5EF4-FFF2-40B4-BE49-F238E27FC236}">
                  <a16:creationId xmlns:a16="http://schemas.microsoft.com/office/drawing/2014/main" id="{346139FC-826B-3BBB-27B5-2E666A806B8C}"/>
                </a:ext>
              </a:extLst>
            </p:cNvPr>
            <p:cNvSpPr txBox="1">
              <a:spLocks/>
            </p:cNvSpPr>
            <p:nvPr/>
          </p:nvSpPr>
          <p:spPr>
            <a:xfrm>
              <a:off x="5424440" y="5887800"/>
              <a:ext cx="1589358" cy="67402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4400" b="0" i="0" u="none" strike="noStrike" kern="1200" cap="none" spc="0" normalizeH="0" baseline="0" noProof="0" dirty="0" err="1">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bject</a:t>
              </a:r>
              <a:endParaRPr kumimoji="1" lang="ja-JP" altLang="en-US" sz="44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endParaRPr>
            </a:p>
          </p:txBody>
        </p:sp>
      </p:grpSp>
      <p:grpSp>
        <p:nvGrpSpPr>
          <p:cNvPr id="30" name="Group 29">
            <a:extLst>
              <a:ext uri="{FF2B5EF4-FFF2-40B4-BE49-F238E27FC236}">
                <a16:creationId xmlns:a16="http://schemas.microsoft.com/office/drawing/2014/main" id="{80F9E432-9C37-6F90-6CB0-7822E84321D3}"/>
              </a:ext>
            </a:extLst>
          </p:cNvPr>
          <p:cNvGrpSpPr/>
          <p:nvPr/>
        </p:nvGrpSpPr>
        <p:grpSpPr>
          <a:xfrm>
            <a:off x="9558786" y="5617002"/>
            <a:ext cx="1972251" cy="1107996"/>
            <a:chOff x="9112540" y="5540517"/>
            <a:chExt cx="1972251" cy="1107996"/>
          </a:xfrm>
        </p:grpSpPr>
        <p:sp>
          <p:nvSpPr>
            <p:cNvPr id="24" name="Rectangle 23">
              <a:extLst>
                <a:ext uri="{FF2B5EF4-FFF2-40B4-BE49-F238E27FC236}">
                  <a16:creationId xmlns:a16="http://schemas.microsoft.com/office/drawing/2014/main" id="{271E0713-3686-B6E8-5801-21DA313BE57C}"/>
                </a:ext>
              </a:extLst>
            </p:cNvPr>
            <p:cNvSpPr/>
            <p:nvPr/>
          </p:nvSpPr>
          <p:spPr>
            <a:xfrm>
              <a:off x="9112540" y="5540517"/>
              <a:ext cx="760144" cy="1107996"/>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6600" b="1" i="0" u="none" strike="noStrike" kern="1200" cap="none" spc="0" normalizeH="0" baseline="0" noProof="0" dirty="0">
                  <a:ln w="22225">
                    <a:solidFill>
                      <a:srgbClr val="ED7D31"/>
                    </a:solidFill>
                    <a:prstDash val="solid"/>
                  </a:ln>
                  <a:solidFill>
                    <a:srgbClr val="ED7D31">
                      <a:lumMod val="40000"/>
                      <a:lumOff val="60000"/>
                    </a:srgbClr>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V</a:t>
              </a:r>
            </a:p>
          </p:txBody>
        </p:sp>
        <p:sp>
          <p:nvSpPr>
            <p:cNvPr id="27" name="Title 1">
              <a:extLst>
                <a:ext uri="{FF2B5EF4-FFF2-40B4-BE49-F238E27FC236}">
                  <a16:creationId xmlns:a16="http://schemas.microsoft.com/office/drawing/2014/main" id="{0CE22F6F-46CB-CA88-9888-2941467F3022}"/>
                </a:ext>
              </a:extLst>
            </p:cNvPr>
            <p:cNvSpPr txBox="1">
              <a:spLocks/>
            </p:cNvSpPr>
            <p:nvPr/>
          </p:nvSpPr>
          <p:spPr>
            <a:xfrm>
              <a:off x="9681340" y="5887799"/>
              <a:ext cx="1403451" cy="67402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4400" b="0" i="0" u="none" strike="noStrike" kern="1200" cap="none" spc="0" normalizeH="0" baseline="0" noProof="0" dirty="0" err="1">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erb</a:t>
              </a:r>
              <a:endParaRPr kumimoji="1" lang="ja-JP" altLang="en-US" sz="44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endParaRPr>
            </a:p>
          </p:txBody>
        </p:sp>
      </p:grpSp>
      <p:sp>
        <p:nvSpPr>
          <p:cNvPr id="31" name="Arrow: Down 30">
            <a:extLst>
              <a:ext uri="{FF2B5EF4-FFF2-40B4-BE49-F238E27FC236}">
                <a16:creationId xmlns:a16="http://schemas.microsoft.com/office/drawing/2014/main" id="{82BC0006-02D5-39CE-AA17-8AE0C6904F1C}"/>
              </a:ext>
            </a:extLst>
          </p:cNvPr>
          <p:cNvSpPr/>
          <p:nvPr/>
        </p:nvSpPr>
        <p:spPr>
          <a:xfrm>
            <a:off x="1907820" y="4396228"/>
            <a:ext cx="442686" cy="1063169"/>
          </a:xfrm>
          <a:prstGeom prst="down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游ゴシック" panose="020F0502020204030204"/>
              <a:ea typeface="游ゴシック" panose="020B0400000000000000" pitchFamily="34" charset="-128"/>
              <a:cs typeface="+mn-cs"/>
            </a:endParaRPr>
          </a:p>
        </p:txBody>
      </p:sp>
      <p:sp>
        <p:nvSpPr>
          <p:cNvPr id="32" name="Arrow: Down 31">
            <a:extLst>
              <a:ext uri="{FF2B5EF4-FFF2-40B4-BE49-F238E27FC236}">
                <a16:creationId xmlns:a16="http://schemas.microsoft.com/office/drawing/2014/main" id="{693DB055-A2AD-EEE5-6CFB-CE500E419D3E}"/>
              </a:ext>
            </a:extLst>
          </p:cNvPr>
          <p:cNvSpPr/>
          <p:nvPr/>
        </p:nvSpPr>
        <p:spPr>
          <a:xfrm>
            <a:off x="5874655" y="4397829"/>
            <a:ext cx="442686" cy="1063169"/>
          </a:xfrm>
          <a:prstGeom prst="down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游ゴシック" panose="020F0502020204030204"/>
              <a:ea typeface="游ゴシック" panose="020B0400000000000000" pitchFamily="34" charset="-128"/>
              <a:cs typeface="+mn-cs"/>
            </a:endParaRPr>
          </a:p>
        </p:txBody>
      </p:sp>
      <p:sp>
        <p:nvSpPr>
          <p:cNvPr id="33" name="Arrow: Down 32">
            <a:extLst>
              <a:ext uri="{FF2B5EF4-FFF2-40B4-BE49-F238E27FC236}">
                <a16:creationId xmlns:a16="http://schemas.microsoft.com/office/drawing/2014/main" id="{D1A75EB4-B5ED-72E3-9478-24457238975D}"/>
              </a:ext>
            </a:extLst>
          </p:cNvPr>
          <p:cNvSpPr/>
          <p:nvPr/>
        </p:nvSpPr>
        <p:spPr>
          <a:xfrm>
            <a:off x="10202258" y="4413334"/>
            <a:ext cx="442686" cy="1063169"/>
          </a:xfrm>
          <a:prstGeom prst="down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游ゴシック" panose="020F0502020204030204"/>
              <a:ea typeface="游ゴシック" panose="020B0400000000000000" pitchFamily="34" charset="-128"/>
              <a:cs typeface="+mn-cs"/>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50FA47E1-C875-9021-D13D-65B18184C928}"/>
                  </a:ext>
                </a:extLst>
              </p14:cNvPr>
              <p14:cNvContentPartPr/>
              <p14:nvPr/>
            </p14:nvContentPartPr>
            <p14:xfrm>
              <a:off x="9855720" y="5924880"/>
              <a:ext cx="34560" cy="504360"/>
            </p14:xfrm>
          </p:contentPart>
        </mc:Choice>
        <mc:Fallback xmlns="">
          <p:pic>
            <p:nvPicPr>
              <p:cNvPr id="2" name="Ink 1">
                <a:extLst>
                  <a:ext uri="{FF2B5EF4-FFF2-40B4-BE49-F238E27FC236}">
                    <a16:creationId xmlns:a16="http://schemas.microsoft.com/office/drawing/2014/main" id="{50FA47E1-C875-9021-D13D-65B18184C928}"/>
                  </a:ext>
                </a:extLst>
              </p:cNvPr>
              <p:cNvPicPr/>
              <p:nvPr/>
            </p:nvPicPr>
            <p:blipFill>
              <a:blip r:embed="rId3"/>
              <a:stretch>
                <a:fillRect/>
              </a:stretch>
            </p:blipFill>
            <p:spPr>
              <a:xfrm>
                <a:off x="9846360" y="5915520"/>
                <a:ext cx="53280" cy="523080"/>
              </a:xfrm>
              <a:prstGeom prst="rect">
                <a:avLst/>
              </a:prstGeom>
            </p:spPr>
          </p:pic>
        </mc:Fallback>
      </mc:AlternateContent>
    </p:spTree>
    <p:extLst>
      <p:ext uri="{BB962C8B-B14F-4D97-AF65-F5344CB8AC3E}">
        <p14:creationId xmlns:p14="http://schemas.microsoft.com/office/powerpoint/2010/main" val="615575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1000"/>
                                        <p:tgtEl>
                                          <p:spTgt spid="29"/>
                                        </p:tgtEl>
                                      </p:cBhvr>
                                    </p:animEffect>
                                    <p:anim calcmode="lin" valueType="num">
                                      <p:cBhvr>
                                        <p:cTn id="15" dur="1000" fill="hold"/>
                                        <p:tgtEl>
                                          <p:spTgt spid="29"/>
                                        </p:tgtEl>
                                        <p:attrNameLst>
                                          <p:attrName>ppt_x</p:attrName>
                                        </p:attrNameLst>
                                      </p:cBhvr>
                                      <p:tavLst>
                                        <p:tav tm="0">
                                          <p:val>
                                            <p:strVal val="#ppt_x"/>
                                          </p:val>
                                        </p:tav>
                                        <p:tav tm="100000">
                                          <p:val>
                                            <p:strVal val="#ppt_x"/>
                                          </p:val>
                                        </p:tav>
                                      </p:tavLst>
                                    </p:anim>
                                    <p:anim calcmode="lin" valueType="num">
                                      <p:cBhvr>
                                        <p:cTn id="16"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1000"/>
                                        <p:tgtEl>
                                          <p:spTgt spid="30"/>
                                        </p:tgtEl>
                                      </p:cBhvr>
                                    </p:animEffect>
                                    <p:anim calcmode="lin" valueType="num">
                                      <p:cBhvr>
                                        <p:cTn id="22" dur="1000" fill="hold"/>
                                        <p:tgtEl>
                                          <p:spTgt spid="30"/>
                                        </p:tgtEl>
                                        <p:attrNameLst>
                                          <p:attrName>ppt_x</p:attrName>
                                        </p:attrNameLst>
                                      </p:cBhvr>
                                      <p:tavLst>
                                        <p:tav tm="0">
                                          <p:val>
                                            <p:strVal val="#ppt_x"/>
                                          </p:val>
                                        </p:tav>
                                        <p:tav tm="100000">
                                          <p:val>
                                            <p:strVal val="#ppt_x"/>
                                          </p:val>
                                        </p:tav>
                                      </p:tavLst>
                                    </p:anim>
                                    <p:anim calcmode="lin" valueType="num">
                                      <p:cBhvr>
                                        <p:cTn id="23"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3EBFFB-D50F-5982-1BEB-8121016789A1}"/>
              </a:ext>
            </a:extLst>
          </p:cNvPr>
          <p:cNvSpPr/>
          <p:nvPr/>
        </p:nvSpPr>
        <p:spPr>
          <a:xfrm>
            <a:off x="838200" y="614428"/>
            <a:ext cx="5110595" cy="677732"/>
          </a:xfrm>
          <a:prstGeom prst="rect">
            <a:avLst/>
          </a:prstGeom>
          <a:solidFill>
            <a:schemeClr val="accent5">
              <a:lumMod val="20000"/>
              <a:lumOff val="8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34" charset="-128"/>
              <a:cs typeface="+mn-cs"/>
            </a:endParaRPr>
          </a:p>
        </p:txBody>
      </p:sp>
      <p:sp>
        <p:nvSpPr>
          <p:cNvPr id="7" name="Title 1">
            <a:extLst>
              <a:ext uri="{FF2B5EF4-FFF2-40B4-BE49-F238E27FC236}">
                <a16:creationId xmlns:a16="http://schemas.microsoft.com/office/drawing/2014/main" id="{F0330DDA-06E6-2D53-4AA7-11A7989A84DD}"/>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44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Sentence Structure</a:t>
            </a:r>
            <a:endParaRPr kumimoji="1" lang="ja-JP" altLang="en-US" sz="44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endParaRPr>
          </a:p>
        </p:txBody>
      </p:sp>
      <p:sp>
        <p:nvSpPr>
          <p:cNvPr id="6" name="Rectangle: Rounded Corners 5">
            <a:extLst>
              <a:ext uri="{FF2B5EF4-FFF2-40B4-BE49-F238E27FC236}">
                <a16:creationId xmlns:a16="http://schemas.microsoft.com/office/drawing/2014/main" id="{917E21E4-5F4C-6C73-7E35-36839FB056AC}"/>
              </a:ext>
            </a:extLst>
          </p:cNvPr>
          <p:cNvSpPr/>
          <p:nvPr/>
        </p:nvSpPr>
        <p:spPr>
          <a:xfrm>
            <a:off x="812063" y="2913061"/>
            <a:ext cx="2687711" cy="1325564"/>
          </a:xfrm>
          <a:prstGeom prst="roundRect">
            <a:avLst/>
          </a:prstGeom>
          <a:solidFill>
            <a:schemeClr val="accent4">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34" charset="-128"/>
              <a:cs typeface="+mn-cs"/>
            </a:endParaRPr>
          </a:p>
        </p:txBody>
      </p:sp>
      <p:sp>
        <p:nvSpPr>
          <p:cNvPr id="8" name="Rectangle: Rounded Corners 7">
            <a:extLst>
              <a:ext uri="{FF2B5EF4-FFF2-40B4-BE49-F238E27FC236}">
                <a16:creationId xmlns:a16="http://schemas.microsoft.com/office/drawing/2014/main" id="{B34257AA-12A1-00E5-3B02-87497233A357}"/>
              </a:ext>
            </a:extLst>
          </p:cNvPr>
          <p:cNvSpPr/>
          <p:nvPr/>
        </p:nvSpPr>
        <p:spPr>
          <a:xfrm>
            <a:off x="4752144" y="2913063"/>
            <a:ext cx="2687711" cy="1325564"/>
          </a:xfrm>
          <a:prstGeom prst="roundRect">
            <a:avLst/>
          </a:prstGeom>
          <a:solidFill>
            <a:schemeClr val="accent4">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34" charset="-128"/>
              <a:cs typeface="+mn-cs"/>
            </a:endParaRPr>
          </a:p>
        </p:txBody>
      </p:sp>
      <p:sp>
        <p:nvSpPr>
          <p:cNvPr id="9" name="Rectangle: Rounded Corners 8">
            <a:extLst>
              <a:ext uri="{FF2B5EF4-FFF2-40B4-BE49-F238E27FC236}">
                <a16:creationId xmlns:a16="http://schemas.microsoft.com/office/drawing/2014/main" id="{D54910B2-DB58-D06D-26BA-F7332F607FA8}"/>
              </a:ext>
            </a:extLst>
          </p:cNvPr>
          <p:cNvSpPr/>
          <p:nvPr/>
        </p:nvSpPr>
        <p:spPr>
          <a:xfrm>
            <a:off x="8951209" y="2913063"/>
            <a:ext cx="2944785" cy="1325564"/>
          </a:xfrm>
          <a:prstGeom prst="roundRect">
            <a:avLst/>
          </a:prstGeom>
          <a:solidFill>
            <a:schemeClr val="accent4">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34" charset="-128"/>
              <a:cs typeface="+mn-cs"/>
            </a:endParaRPr>
          </a:p>
        </p:txBody>
      </p:sp>
      <p:sp>
        <p:nvSpPr>
          <p:cNvPr id="11" name="Title 1">
            <a:extLst>
              <a:ext uri="{FF2B5EF4-FFF2-40B4-BE49-F238E27FC236}">
                <a16:creationId xmlns:a16="http://schemas.microsoft.com/office/drawing/2014/main" id="{EF380F8D-2D78-8010-110F-9898D424CB8C}"/>
              </a:ext>
            </a:extLst>
          </p:cNvPr>
          <p:cNvSpPr txBox="1">
            <a:spLocks/>
          </p:cNvSpPr>
          <p:nvPr/>
        </p:nvSpPr>
        <p:spPr>
          <a:xfrm>
            <a:off x="923709" y="2913063"/>
            <a:ext cx="241090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1" lang="en-US" altLang="ja-JP" sz="4400" b="0" i="0" u="none" strike="noStrike" kern="1200" cap="none" spc="0" normalizeH="0" baseline="0" noProof="0" dirty="0" err="1">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watashi</a:t>
            </a:r>
            <a:endParaRPr kumimoji="1" lang="ja-JP" altLang="en-US" sz="44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endParaRPr>
          </a:p>
        </p:txBody>
      </p:sp>
      <p:sp>
        <p:nvSpPr>
          <p:cNvPr id="12" name="Title 1">
            <a:extLst>
              <a:ext uri="{FF2B5EF4-FFF2-40B4-BE49-F238E27FC236}">
                <a16:creationId xmlns:a16="http://schemas.microsoft.com/office/drawing/2014/main" id="{1FCDA464-AB61-A141-7FEE-B29F4F3081EA}"/>
              </a:ext>
            </a:extLst>
          </p:cNvPr>
          <p:cNvSpPr txBox="1">
            <a:spLocks/>
          </p:cNvSpPr>
          <p:nvPr/>
        </p:nvSpPr>
        <p:spPr>
          <a:xfrm>
            <a:off x="4890544" y="2973842"/>
            <a:ext cx="241090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1" lang="en-US" altLang="ja-JP" sz="4400" b="0" i="0" u="none" strike="noStrike" kern="1200" cap="none" spc="0" normalizeH="0" baseline="0" noProof="0" dirty="0" err="1">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terebi</a:t>
            </a:r>
            <a:endParaRPr kumimoji="1" lang="ja-JP" altLang="en-US" sz="44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endParaRPr>
          </a:p>
        </p:txBody>
      </p:sp>
      <p:sp>
        <p:nvSpPr>
          <p:cNvPr id="13" name="Title 1">
            <a:extLst>
              <a:ext uri="{FF2B5EF4-FFF2-40B4-BE49-F238E27FC236}">
                <a16:creationId xmlns:a16="http://schemas.microsoft.com/office/drawing/2014/main" id="{7287FBC2-5C54-39CE-1BA7-70C92A39CAE4}"/>
              </a:ext>
            </a:extLst>
          </p:cNvPr>
          <p:cNvSpPr txBox="1">
            <a:spLocks/>
          </p:cNvSpPr>
          <p:nvPr/>
        </p:nvSpPr>
        <p:spPr>
          <a:xfrm>
            <a:off x="9045039" y="2913062"/>
            <a:ext cx="298935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4400" b="0" i="0" u="none" strike="noStrike" kern="1200" cap="none" spc="0" normalizeH="0" baseline="0" noProof="0" dirty="0" err="1">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mimasu</a:t>
            </a:r>
            <a:endParaRPr kumimoji="1" lang="ja-JP" altLang="en-US" sz="44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endParaRPr>
          </a:p>
        </p:txBody>
      </p:sp>
      <p:sp>
        <p:nvSpPr>
          <p:cNvPr id="20" name="Title 1">
            <a:extLst>
              <a:ext uri="{FF2B5EF4-FFF2-40B4-BE49-F238E27FC236}">
                <a16:creationId xmlns:a16="http://schemas.microsoft.com/office/drawing/2014/main" id="{B1D3A06F-9C1E-B506-2497-8DE968EC57F5}"/>
              </a:ext>
            </a:extLst>
          </p:cNvPr>
          <p:cNvSpPr txBox="1">
            <a:spLocks/>
          </p:cNvSpPr>
          <p:nvPr/>
        </p:nvSpPr>
        <p:spPr>
          <a:xfrm>
            <a:off x="3533311" y="2912444"/>
            <a:ext cx="125237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1" lang="en-US" altLang="ja-JP" sz="4400" b="0" i="0" u="none" strike="noStrike" kern="1200" cap="none" spc="0" normalizeH="0" baseline="0" noProof="0" dirty="0" err="1">
                <a:ln>
                  <a:noFill/>
                </a:ln>
                <a:solidFill>
                  <a:srgbClr val="C00000"/>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wa</a:t>
            </a:r>
            <a:endParaRPr kumimoji="1" lang="ja-JP" altLang="en-US" sz="4400" b="0" i="0" u="none" strike="noStrike" kern="1200" cap="none" spc="0" normalizeH="0" baseline="0" noProof="0" dirty="0">
              <a:ln>
                <a:noFill/>
              </a:ln>
              <a:solidFill>
                <a:srgbClr val="C00000"/>
              </a:solidFill>
              <a:effectLst/>
              <a:uLnTx/>
              <a:uFillTx/>
              <a:latin typeface="Arial" panose="020B0604020202020204" pitchFamily="34" charset="0"/>
              <a:ea typeface="UD デジタル 教科書体 NK-R" panose="02020400000000000000" pitchFamily="18" charset="-128"/>
              <a:cs typeface="Arial" panose="020B0604020202020204" pitchFamily="34" charset="0"/>
            </a:endParaRPr>
          </a:p>
        </p:txBody>
      </p:sp>
      <p:sp>
        <p:nvSpPr>
          <p:cNvPr id="21" name="Title 1">
            <a:extLst>
              <a:ext uri="{FF2B5EF4-FFF2-40B4-BE49-F238E27FC236}">
                <a16:creationId xmlns:a16="http://schemas.microsoft.com/office/drawing/2014/main" id="{04975C4B-C5C0-CE73-E882-E102F982C129}"/>
              </a:ext>
            </a:extLst>
          </p:cNvPr>
          <p:cNvSpPr txBox="1">
            <a:spLocks/>
          </p:cNvSpPr>
          <p:nvPr/>
        </p:nvSpPr>
        <p:spPr>
          <a:xfrm>
            <a:off x="7583711" y="2912444"/>
            <a:ext cx="125237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1" lang="en-US" altLang="ja-JP" sz="4400" b="0" i="0" u="none" strike="noStrike" kern="1200" cap="none" spc="0" normalizeH="0" baseline="0" noProof="0" dirty="0">
                <a:ln>
                  <a:noFill/>
                </a:ln>
                <a:solidFill>
                  <a:srgbClr val="C00000"/>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o</a:t>
            </a:r>
            <a:endParaRPr kumimoji="1" lang="ja-JP" altLang="en-US" sz="4400" b="0" i="0" u="none" strike="noStrike" kern="1200" cap="none" spc="0" normalizeH="0" baseline="0" noProof="0" dirty="0">
              <a:ln>
                <a:noFill/>
              </a:ln>
              <a:solidFill>
                <a:srgbClr val="C00000"/>
              </a:solidFill>
              <a:effectLst/>
              <a:uLnTx/>
              <a:uFillTx/>
              <a:latin typeface="Arial" panose="020B0604020202020204" pitchFamily="34" charset="0"/>
              <a:ea typeface="UD デジタル 教科書体 NK-R" panose="02020400000000000000" pitchFamily="18" charset="-128"/>
              <a:cs typeface="Arial" panose="020B0604020202020204" pitchFamily="34" charset="0"/>
            </a:endParaRPr>
          </a:p>
        </p:txBody>
      </p:sp>
      <p:sp>
        <p:nvSpPr>
          <p:cNvPr id="31" name="Arrow: Down 30">
            <a:extLst>
              <a:ext uri="{FF2B5EF4-FFF2-40B4-BE49-F238E27FC236}">
                <a16:creationId xmlns:a16="http://schemas.microsoft.com/office/drawing/2014/main" id="{82BC0006-02D5-39CE-AA17-8AE0C6904F1C}"/>
              </a:ext>
            </a:extLst>
          </p:cNvPr>
          <p:cNvSpPr/>
          <p:nvPr/>
        </p:nvSpPr>
        <p:spPr>
          <a:xfrm>
            <a:off x="3938153" y="3917372"/>
            <a:ext cx="442686" cy="1559131"/>
          </a:xfrm>
          <a:prstGeom prst="downArrow">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游ゴシック" panose="020F0502020204030204"/>
              <a:ea typeface="游ゴシック" panose="020B0400000000000000" pitchFamily="34" charset="-128"/>
              <a:cs typeface="+mn-cs"/>
            </a:endParaRPr>
          </a:p>
        </p:txBody>
      </p:sp>
      <p:sp>
        <p:nvSpPr>
          <p:cNvPr id="34" name="Arrow: Down 33">
            <a:extLst>
              <a:ext uri="{FF2B5EF4-FFF2-40B4-BE49-F238E27FC236}">
                <a16:creationId xmlns:a16="http://schemas.microsoft.com/office/drawing/2014/main" id="{923C983B-3337-DD23-6558-C04D0DCE5815}"/>
              </a:ext>
            </a:extLst>
          </p:cNvPr>
          <p:cNvSpPr/>
          <p:nvPr/>
        </p:nvSpPr>
        <p:spPr>
          <a:xfrm>
            <a:off x="7988553" y="3917372"/>
            <a:ext cx="442686" cy="1559131"/>
          </a:xfrm>
          <a:prstGeom prst="downArrow">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游ゴシック" panose="020F0502020204030204"/>
              <a:ea typeface="游ゴシック" panose="020B0400000000000000" pitchFamily="34" charset="-128"/>
              <a:cs typeface="+mn-cs"/>
            </a:endParaRPr>
          </a:p>
        </p:txBody>
      </p:sp>
      <p:sp>
        <p:nvSpPr>
          <p:cNvPr id="2" name="Rectangle 1">
            <a:extLst>
              <a:ext uri="{FF2B5EF4-FFF2-40B4-BE49-F238E27FC236}">
                <a16:creationId xmlns:a16="http://schemas.microsoft.com/office/drawing/2014/main" id="{66965992-6E9F-0FAD-07A2-31AB1C908969}"/>
              </a:ext>
            </a:extLst>
          </p:cNvPr>
          <p:cNvSpPr/>
          <p:nvPr/>
        </p:nvSpPr>
        <p:spPr>
          <a:xfrm>
            <a:off x="2259186" y="5707430"/>
            <a:ext cx="8348760"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5400" b="1" i="0" u="none" strike="noStrike" kern="1200" cap="none" spc="0" normalizeH="0" baseline="0" noProof="0" dirty="0">
                <a:ln w="12700">
                  <a:solidFill>
                    <a:srgbClr val="4472C4"/>
                  </a:solidFill>
                  <a:prstDash val="solid"/>
                </a:ln>
                <a:pattFill prst="pct50">
                  <a:fgClr>
                    <a:srgbClr val="4472C4"/>
                  </a:fgClr>
                  <a:bgClr>
                    <a:srgbClr val="4472C4">
                      <a:lumMod val="20000"/>
                      <a:lumOff val="80000"/>
                    </a:srgbClr>
                  </a:bgClr>
                </a:pattFill>
                <a:effectLst>
                  <a:outerShdw dist="38100" dir="2640000" algn="bl" rotWithShape="0">
                    <a:srgbClr val="4472C4"/>
                  </a:outerShdw>
                </a:effectLst>
                <a:uLnTx/>
                <a:uFillTx/>
                <a:latin typeface="游ゴシック" panose="020F0502020204030204"/>
                <a:ea typeface="游ゴシック" panose="020B0400000000000000" pitchFamily="34" charset="-128"/>
                <a:cs typeface="+mn-cs"/>
              </a:rPr>
              <a:t>Particles/</a:t>
            </a:r>
            <a:r>
              <a:rPr kumimoji="1" lang="ja-JP" altLang="en-US" sz="5400" b="1" i="0" u="none" strike="noStrike" kern="1200" cap="none" spc="0" normalizeH="0" baseline="0" noProof="0" dirty="0">
                <a:ln w="12700">
                  <a:solidFill>
                    <a:srgbClr val="4472C4"/>
                  </a:solidFill>
                  <a:prstDash val="solid"/>
                </a:ln>
                <a:pattFill prst="pct50">
                  <a:fgClr>
                    <a:srgbClr val="4472C4"/>
                  </a:fgClr>
                  <a:bgClr>
                    <a:srgbClr val="4472C4">
                      <a:lumMod val="20000"/>
                      <a:lumOff val="80000"/>
                    </a:srgbClr>
                  </a:bgClr>
                </a:pattFill>
                <a:effectLst>
                  <a:outerShdw dist="38100" dir="2640000" algn="bl" rotWithShape="0">
                    <a:srgbClr val="4472C4"/>
                  </a:outerShdw>
                </a:effectLst>
                <a:uLnTx/>
                <a:uFillTx/>
                <a:latin typeface="游ゴシック" panose="020F0502020204030204"/>
                <a:ea typeface="游ゴシック" panose="020B0400000000000000" pitchFamily="34" charset="-128"/>
                <a:cs typeface="+mn-cs"/>
              </a:rPr>
              <a:t>助詞（じょし）</a:t>
            </a:r>
            <a:endParaRPr kumimoji="1" lang="en-US" altLang="ja-JP" sz="5400" b="1" i="0" u="none" strike="noStrike" kern="1200" cap="none" spc="0" normalizeH="0" baseline="0" noProof="0" dirty="0">
              <a:ln w="12700">
                <a:solidFill>
                  <a:srgbClr val="4472C4"/>
                </a:solidFill>
                <a:prstDash val="solid"/>
              </a:ln>
              <a:pattFill prst="pct50">
                <a:fgClr>
                  <a:srgbClr val="4472C4"/>
                </a:fgClr>
                <a:bgClr>
                  <a:srgbClr val="4472C4">
                    <a:lumMod val="20000"/>
                    <a:lumOff val="80000"/>
                  </a:srgbClr>
                </a:bgClr>
              </a:pattFill>
              <a:effectLst>
                <a:outerShdw dist="38100" dir="2640000" algn="bl" rotWithShape="0">
                  <a:srgbClr val="4472C4"/>
                </a:outerShdw>
              </a:effectLst>
              <a:uLnTx/>
              <a:uFillTx/>
              <a:latin typeface="游ゴシック" panose="020F0502020204030204"/>
              <a:ea typeface="游ゴシック" panose="020B0400000000000000" pitchFamily="34" charset="-128"/>
              <a:cs typeface="+mn-cs"/>
            </a:endParaRPr>
          </a:p>
        </p:txBody>
      </p:sp>
      <p:sp>
        <p:nvSpPr>
          <p:cNvPr id="36" name="Content Placeholder 2">
            <a:extLst>
              <a:ext uri="{FF2B5EF4-FFF2-40B4-BE49-F238E27FC236}">
                <a16:creationId xmlns:a16="http://schemas.microsoft.com/office/drawing/2014/main" id="{6DB3CBD6-73DA-78C0-A65A-A58D0575C76F}"/>
              </a:ext>
            </a:extLst>
          </p:cNvPr>
          <p:cNvSpPr>
            <a:spLocks noGrp="1"/>
          </p:cNvSpPr>
          <p:nvPr>
            <p:ph idx="1"/>
          </p:nvPr>
        </p:nvSpPr>
        <p:spPr>
          <a:xfrm>
            <a:off x="923709" y="1593044"/>
            <a:ext cx="10515600" cy="1178832"/>
          </a:xfrm>
        </p:spPr>
        <p:txBody>
          <a:bodyPr>
            <a:normAutofit/>
          </a:bodyPr>
          <a:lstStyle/>
          <a:p>
            <a:pPr marL="0" indent="0">
              <a:buNone/>
            </a:pPr>
            <a:r>
              <a:rPr kumimoji="1" lang="en-US" altLang="ja-JP" sz="2400" dirty="0">
                <a:latin typeface="Arial" panose="020B0604020202020204" pitchFamily="34" charset="0"/>
                <a:ea typeface="UD デジタル 教科書体 NK-R" panose="02020400000000000000" pitchFamily="18" charset="-128"/>
                <a:cs typeface="Arial" panose="020B0604020202020204" pitchFamily="34" charset="0"/>
              </a:rPr>
              <a:t>Japanese sentences are structured around grammatical markers called </a:t>
            </a:r>
            <a:r>
              <a:rPr kumimoji="1" lang="en-US" altLang="ja-JP" sz="2400" dirty="0">
                <a:solidFill>
                  <a:srgbClr val="C00000"/>
                </a:solidFill>
                <a:latin typeface="Arial" panose="020B0604020202020204" pitchFamily="34" charset="0"/>
                <a:ea typeface="UD デジタル 教科書体 NK-R" panose="02020400000000000000" pitchFamily="18" charset="-128"/>
                <a:cs typeface="Arial" panose="020B0604020202020204" pitchFamily="34" charset="0"/>
              </a:rPr>
              <a:t>“particles”</a:t>
            </a:r>
            <a:r>
              <a:rPr kumimoji="1" lang="en-US" altLang="ja-JP" sz="2400" dirty="0">
                <a:latin typeface="Arial" panose="020B0604020202020204" pitchFamily="34" charset="0"/>
                <a:ea typeface="UD デジタル 教科書体 NK-R" panose="02020400000000000000" pitchFamily="18" charset="-128"/>
                <a:cs typeface="Arial" panose="020B0604020202020204" pitchFamily="34" charset="0"/>
              </a:rPr>
              <a:t>. Each particle indicates how the word relate to each other.</a:t>
            </a:r>
          </a:p>
          <a:p>
            <a:pPr marL="0" indent="0">
              <a:buNone/>
            </a:pPr>
            <a:endParaRPr lang="en-US" altLang="ja-JP" dirty="0">
              <a:latin typeface="Arial" panose="020B0604020202020204" pitchFamily="34" charset="0"/>
              <a:ea typeface="UD デジタル 教科書体 NK-R" panose="02020400000000000000" pitchFamily="18" charset="-128"/>
              <a:cs typeface="Arial" panose="020B0604020202020204" pitchFamily="34" charset="0"/>
            </a:endParaRPr>
          </a:p>
          <a:p>
            <a:pPr marL="0" indent="0">
              <a:buNone/>
            </a:pPr>
            <a:endParaRPr kumimoji="1" lang="en-US" altLang="ja-JP" dirty="0">
              <a:latin typeface="Arial" panose="020B0604020202020204" pitchFamily="34" charset="0"/>
              <a:ea typeface="UD デジタル 教科書体 NK-R" panose="02020400000000000000" pitchFamily="18" charset="-128"/>
              <a:cs typeface="Arial" panose="020B0604020202020204" pitchFamily="34" charset="0"/>
            </a:endParaRPr>
          </a:p>
        </p:txBody>
      </p:sp>
    </p:spTree>
    <p:extLst>
      <p:ext uri="{BB962C8B-B14F-4D97-AF65-F5344CB8AC3E}">
        <p14:creationId xmlns:p14="http://schemas.microsoft.com/office/powerpoint/2010/main" val="1407125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6"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3EBFFB-D50F-5982-1BEB-8121016789A1}"/>
              </a:ext>
            </a:extLst>
          </p:cNvPr>
          <p:cNvSpPr/>
          <p:nvPr/>
        </p:nvSpPr>
        <p:spPr>
          <a:xfrm>
            <a:off x="838201" y="647678"/>
            <a:ext cx="6778336" cy="739508"/>
          </a:xfrm>
          <a:prstGeom prst="rect">
            <a:avLst/>
          </a:prstGeom>
          <a:solidFill>
            <a:schemeClr val="accent5">
              <a:lumMod val="20000"/>
              <a:lumOff val="8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34" charset="-128"/>
              <a:cs typeface="+mn-cs"/>
            </a:endParaRPr>
          </a:p>
        </p:txBody>
      </p:sp>
      <p:sp>
        <p:nvSpPr>
          <p:cNvPr id="5" name="Title 1">
            <a:extLst>
              <a:ext uri="{FF2B5EF4-FFF2-40B4-BE49-F238E27FC236}">
                <a16:creationId xmlns:a16="http://schemas.microsoft.com/office/drawing/2014/main" id="{7F9525FD-52CC-71DE-3B17-D38EE0E536FF}"/>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44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Japanese Writing System</a:t>
            </a:r>
            <a:endParaRPr kumimoji="1" lang="ja-JP" altLang="en-US" sz="44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endParaRPr>
          </a:p>
        </p:txBody>
      </p:sp>
      <p:sp>
        <p:nvSpPr>
          <p:cNvPr id="8" name="Rectangle: Rounded Corners 7">
            <a:extLst>
              <a:ext uri="{FF2B5EF4-FFF2-40B4-BE49-F238E27FC236}">
                <a16:creationId xmlns:a16="http://schemas.microsoft.com/office/drawing/2014/main" id="{298AEFF8-41E0-FCFF-E77E-8058946182A7}"/>
              </a:ext>
            </a:extLst>
          </p:cNvPr>
          <p:cNvSpPr/>
          <p:nvPr/>
        </p:nvSpPr>
        <p:spPr>
          <a:xfrm>
            <a:off x="188061" y="2254719"/>
            <a:ext cx="3741169" cy="1997913"/>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600" b="0" i="0" u="none" strike="noStrike" kern="1200" cap="none" spc="0" normalizeH="0" baseline="0" noProof="0" dirty="0">
                <a:ln>
                  <a:noFill/>
                </a:ln>
                <a:solidFill>
                  <a:prstClr val="white"/>
                </a:solidFill>
                <a:effectLst/>
                <a:uLnTx/>
                <a:uFillTx/>
                <a:latin typeface="UD Digi Kyokasho N-B" panose="02020700000000000000" pitchFamily="17" charset="-128"/>
                <a:ea typeface="UD Digi Kyokasho N-B" panose="02020700000000000000" pitchFamily="17" charset="-128"/>
                <a:cs typeface="+mn-cs"/>
              </a:rPr>
              <a:t>ひらがな</a:t>
            </a:r>
            <a:endParaRPr kumimoji="1" lang="en-US" sz="6600" b="0" i="0" u="none" strike="noStrike" kern="1200" cap="none" spc="0" normalizeH="0" baseline="0" noProof="0" dirty="0">
              <a:ln>
                <a:noFill/>
              </a:ln>
              <a:solidFill>
                <a:prstClr val="white"/>
              </a:solidFill>
              <a:effectLst/>
              <a:uLnTx/>
              <a:uFillTx/>
              <a:latin typeface="UD Digi Kyokasho N-B" panose="02020700000000000000" pitchFamily="17" charset="-128"/>
              <a:ea typeface="UD Digi Kyokasho N-B" panose="02020700000000000000" pitchFamily="17" charset="-128"/>
              <a:cs typeface="+mn-cs"/>
            </a:endParaRPr>
          </a:p>
        </p:txBody>
      </p:sp>
      <p:sp>
        <p:nvSpPr>
          <p:cNvPr id="9" name="Rectangle: Rounded Corners 8">
            <a:extLst>
              <a:ext uri="{FF2B5EF4-FFF2-40B4-BE49-F238E27FC236}">
                <a16:creationId xmlns:a16="http://schemas.microsoft.com/office/drawing/2014/main" id="{F00E5D77-DF1F-E2B5-1AEF-FB72FB7C567B}"/>
              </a:ext>
            </a:extLst>
          </p:cNvPr>
          <p:cNvSpPr/>
          <p:nvPr/>
        </p:nvSpPr>
        <p:spPr>
          <a:xfrm>
            <a:off x="4268444" y="2254719"/>
            <a:ext cx="3741169" cy="1997913"/>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600" b="0" i="0" u="none" strike="noStrike" kern="1200" cap="none" spc="0" normalizeH="0" baseline="0" noProof="0" dirty="0">
                <a:ln>
                  <a:noFill/>
                </a:ln>
                <a:solidFill>
                  <a:prstClr val="white"/>
                </a:solidFill>
                <a:effectLst/>
                <a:uLnTx/>
                <a:uFillTx/>
                <a:latin typeface="UD Digi Kyokasho N-B" panose="02020700000000000000" pitchFamily="17" charset="-128"/>
                <a:ea typeface="UD Digi Kyokasho N-B" panose="02020700000000000000" pitchFamily="17" charset="-128"/>
                <a:cs typeface="+mn-cs"/>
              </a:rPr>
              <a:t>カタカナ</a:t>
            </a:r>
            <a:endParaRPr kumimoji="1" lang="en-US" sz="6600" b="0" i="0" u="none" strike="noStrike" kern="1200" cap="none" spc="0" normalizeH="0" baseline="0" noProof="0" dirty="0">
              <a:ln>
                <a:noFill/>
              </a:ln>
              <a:solidFill>
                <a:prstClr val="white"/>
              </a:solidFill>
              <a:effectLst/>
              <a:uLnTx/>
              <a:uFillTx/>
              <a:latin typeface="UD Digi Kyokasho N-B" panose="02020700000000000000" pitchFamily="17" charset="-128"/>
              <a:ea typeface="UD Digi Kyokasho N-B" panose="02020700000000000000" pitchFamily="17" charset="-128"/>
              <a:cs typeface="+mn-cs"/>
            </a:endParaRPr>
          </a:p>
        </p:txBody>
      </p:sp>
      <p:sp>
        <p:nvSpPr>
          <p:cNvPr id="10" name="Rectangle: Rounded Corners 9">
            <a:extLst>
              <a:ext uri="{FF2B5EF4-FFF2-40B4-BE49-F238E27FC236}">
                <a16:creationId xmlns:a16="http://schemas.microsoft.com/office/drawing/2014/main" id="{C90A43E9-C8C0-C01C-57CA-BB4EC6CBA87D}"/>
              </a:ext>
            </a:extLst>
          </p:cNvPr>
          <p:cNvSpPr/>
          <p:nvPr/>
        </p:nvSpPr>
        <p:spPr>
          <a:xfrm>
            <a:off x="8348830" y="2254719"/>
            <a:ext cx="3741169" cy="1997913"/>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600" b="0" i="0" u="none" strike="noStrike" kern="1200" cap="none" spc="0" normalizeH="0" baseline="0" noProof="0" dirty="0">
                <a:ln>
                  <a:noFill/>
                </a:ln>
                <a:solidFill>
                  <a:prstClr val="white"/>
                </a:solidFill>
                <a:effectLst/>
                <a:uLnTx/>
                <a:uFillTx/>
                <a:latin typeface="UD Digi Kyokasho N-B" panose="02020700000000000000" pitchFamily="17" charset="-128"/>
                <a:ea typeface="UD Digi Kyokasho N-B" panose="02020700000000000000" pitchFamily="17" charset="-128"/>
                <a:cs typeface="+mn-cs"/>
              </a:rPr>
              <a:t>漢字</a:t>
            </a:r>
            <a:endParaRPr kumimoji="1" lang="en-US" sz="6600" b="0" i="0" u="none" strike="noStrike" kern="1200" cap="none" spc="0" normalizeH="0" baseline="0" noProof="0" dirty="0">
              <a:ln>
                <a:noFill/>
              </a:ln>
              <a:solidFill>
                <a:prstClr val="white"/>
              </a:solidFill>
              <a:effectLst/>
              <a:uLnTx/>
              <a:uFillTx/>
              <a:latin typeface="UD Digi Kyokasho N-B" panose="02020700000000000000" pitchFamily="17" charset="-128"/>
              <a:ea typeface="UD Digi Kyokasho N-B" panose="02020700000000000000" pitchFamily="17" charset="-128"/>
              <a:cs typeface="+mn-cs"/>
            </a:endParaRPr>
          </a:p>
        </p:txBody>
      </p:sp>
      <p:sp>
        <p:nvSpPr>
          <p:cNvPr id="11" name="Rectangle: Rounded Corners 10">
            <a:extLst>
              <a:ext uri="{FF2B5EF4-FFF2-40B4-BE49-F238E27FC236}">
                <a16:creationId xmlns:a16="http://schemas.microsoft.com/office/drawing/2014/main" id="{140A5E8B-2EFF-B852-7B57-B658CA4F66EA}"/>
              </a:ext>
            </a:extLst>
          </p:cNvPr>
          <p:cNvSpPr/>
          <p:nvPr/>
        </p:nvSpPr>
        <p:spPr>
          <a:xfrm>
            <a:off x="188061" y="4317525"/>
            <a:ext cx="3741169" cy="916846"/>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6000" b="0" i="0" u="none" strike="noStrike" kern="1200" cap="none" spc="0" normalizeH="0" baseline="0" noProof="0" dirty="0">
                <a:ln>
                  <a:noFill/>
                </a:ln>
                <a:solidFill>
                  <a:sysClr val="windowText" lastClr="000000"/>
                </a:solidFill>
                <a:effectLst/>
                <a:uLnTx/>
                <a:uFillTx/>
                <a:latin typeface="Arial" panose="020B0604020202020204" pitchFamily="34" charset="0"/>
                <a:ea typeface="UD Digi Kyokasho N-B" panose="02020700000000000000" pitchFamily="17" charset="-128"/>
                <a:cs typeface="Arial" panose="020B0604020202020204" pitchFamily="34" charset="0"/>
              </a:rPr>
              <a:t>Hiragana</a:t>
            </a:r>
            <a:endParaRPr kumimoji="1" lang="en-US" sz="6000" b="0" i="0" u="none" strike="noStrike" kern="1200" cap="none" spc="0" normalizeH="0" baseline="0" noProof="0" dirty="0">
              <a:ln>
                <a:noFill/>
              </a:ln>
              <a:solidFill>
                <a:sysClr val="windowText" lastClr="000000"/>
              </a:solidFill>
              <a:effectLst/>
              <a:uLnTx/>
              <a:uFillTx/>
              <a:latin typeface="Arial" panose="020B0604020202020204" pitchFamily="34" charset="0"/>
              <a:ea typeface="UD Digi Kyokasho N-B" panose="02020700000000000000" pitchFamily="17" charset="-128"/>
              <a:cs typeface="Arial" panose="020B0604020202020204" pitchFamily="34" charset="0"/>
            </a:endParaRPr>
          </a:p>
        </p:txBody>
      </p:sp>
      <p:sp>
        <p:nvSpPr>
          <p:cNvPr id="12" name="Rectangle: Rounded Corners 11">
            <a:extLst>
              <a:ext uri="{FF2B5EF4-FFF2-40B4-BE49-F238E27FC236}">
                <a16:creationId xmlns:a16="http://schemas.microsoft.com/office/drawing/2014/main" id="{66A63666-C777-FB1D-D064-A58B821C4195}"/>
              </a:ext>
            </a:extLst>
          </p:cNvPr>
          <p:cNvSpPr/>
          <p:nvPr/>
        </p:nvSpPr>
        <p:spPr>
          <a:xfrm>
            <a:off x="4268447" y="4317525"/>
            <a:ext cx="3741169" cy="916846"/>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6000" b="0" i="0" u="none" strike="noStrike" kern="1200" cap="none" spc="0" normalizeH="0" baseline="0" noProof="0" dirty="0">
                <a:ln>
                  <a:noFill/>
                </a:ln>
                <a:solidFill>
                  <a:sysClr val="windowText" lastClr="000000"/>
                </a:solidFill>
                <a:effectLst/>
                <a:uLnTx/>
                <a:uFillTx/>
                <a:latin typeface="Arial" panose="020B0604020202020204" pitchFamily="34" charset="0"/>
                <a:ea typeface="UD Digi Kyokasho N-B" panose="02020700000000000000" pitchFamily="17" charset="-128"/>
                <a:cs typeface="Arial" panose="020B0604020202020204" pitchFamily="34" charset="0"/>
              </a:rPr>
              <a:t>Katakana</a:t>
            </a:r>
            <a:endParaRPr kumimoji="1" lang="en-US" sz="6000" b="0" i="0" u="none" strike="noStrike" kern="1200" cap="none" spc="0" normalizeH="0" baseline="0" noProof="0" dirty="0">
              <a:ln>
                <a:noFill/>
              </a:ln>
              <a:solidFill>
                <a:sysClr val="windowText" lastClr="000000"/>
              </a:solidFill>
              <a:effectLst/>
              <a:uLnTx/>
              <a:uFillTx/>
              <a:latin typeface="Arial" panose="020B0604020202020204" pitchFamily="34" charset="0"/>
              <a:ea typeface="UD Digi Kyokasho N-B" panose="02020700000000000000" pitchFamily="17" charset="-128"/>
              <a:cs typeface="Arial" panose="020B0604020202020204" pitchFamily="34" charset="0"/>
            </a:endParaRPr>
          </a:p>
        </p:txBody>
      </p:sp>
      <p:sp>
        <p:nvSpPr>
          <p:cNvPr id="13" name="Rectangle: Rounded Corners 12">
            <a:extLst>
              <a:ext uri="{FF2B5EF4-FFF2-40B4-BE49-F238E27FC236}">
                <a16:creationId xmlns:a16="http://schemas.microsoft.com/office/drawing/2014/main" id="{28758B56-6BCE-7C9D-7518-447CB11765AE}"/>
              </a:ext>
            </a:extLst>
          </p:cNvPr>
          <p:cNvSpPr/>
          <p:nvPr/>
        </p:nvSpPr>
        <p:spPr>
          <a:xfrm>
            <a:off x="8348833" y="4317524"/>
            <a:ext cx="3741169" cy="916846"/>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6000" b="0" i="0" u="none" strike="noStrike" kern="1200" cap="none" spc="0" normalizeH="0" baseline="0" noProof="0" dirty="0">
                <a:ln>
                  <a:noFill/>
                </a:ln>
                <a:solidFill>
                  <a:sysClr val="windowText" lastClr="000000"/>
                </a:solidFill>
                <a:effectLst/>
                <a:uLnTx/>
                <a:uFillTx/>
                <a:latin typeface="Arial" panose="020B0604020202020204" pitchFamily="34" charset="0"/>
                <a:ea typeface="UD Digi Kyokasho N-B" panose="02020700000000000000" pitchFamily="17" charset="-128"/>
                <a:cs typeface="Arial" panose="020B0604020202020204" pitchFamily="34" charset="0"/>
              </a:rPr>
              <a:t>Kanji</a:t>
            </a:r>
            <a:endParaRPr kumimoji="1" lang="en-US" sz="6000" b="0" i="0" u="none" strike="noStrike" kern="1200" cap="none" spc="0" normalizeH="0" baseline="0" noProof="0" dirty="0">
              <a:ln>
                <a:noFill/>
              </a:ln>
              <a:solidFill>
                <a:sysClr val="windowText" lastClr="000000"/>
              </a:solidFill>
              <a:effectLst/>
              <a:uLnTx/>
              <a:uFillTx/>
              <a:latin typeface="Arial" panose="020B0604020202020204" pitchFamily="34" charset="0"/>
              <a:ea typeface="UD Digi Kyokasho N-B" panose="02020700000000000000" pitchFamily="17" charset="-128"/>
              <a:cs typeface="Arial" panose="020B0604020202020204" pitchFamily="34" charset="0"/>
            </a:endParaRPr>
          </a:p>
        </p:txBody>
      </p:sp>
    </p:spTree>
    <p:extLst>
      <p:ext uri="{BB962C8B-B14F-4D97-AF65-F5344CB8AC3E}">
        <p14:creationId xmlns:p14="http://schemas.microsoft.com/office/powerpoint/2010/main" val="3210722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3EBFFB-D50F-5982-1BEB-8121016789A1}"/>
              </a:ext>
            </a:extLst>
          </p:cNvPr>
          <p:cNvSpPr/>
          <p:nvPr/>
        </p:nvSpPr>
        <p:spPr>
          <a:xfrm>
            <a:off x="838200" y="647678"/>
            <a:ext cx="7175269" cy="677732"/>
          </a:xfrm>
          <a:prstGeom prst="rect">
            <a:avLst/>
          </a:prstGeom>
          <a:solidFill>
            <a:schemeClr val="accent5">
              <a:lumMod val="20000"/>
              <a:lumOff val="8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34" charset="-128"/>
              <a:cs typeface="+mn-cs"/>
            </a:endParaRPr>
          </a:p>
        </p:txBody>
      </p:sp>
      <p:sp>
        <p:nvSpPr>
          <p:cNvPr id="5" name="Title 1">
            <a:extLst>
              <a:ext uri="{FF2B5EF4-FFF2-40B4-BE49-F238E27FC236}">
                <a16:creationId xmlns:a16="http://schemas.microsoft.com/office/drawing/2014/main" id="{7F9525FD-52CC-71DE-3B17-D38EE0E536FF}"/>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44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rPr>
              <a:t>Japanese Writing System</a:t>
            </a:r>
            <a:endParaRPr kumimoji="1" lang="ja-JP" altLang="en-US" sz="44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K-R" panose="02020400000000000000" pitchFamily="18" charset="-128"/>
              <a:cs typeface="Arial" panose="020B0604020202020204" pitchFamily="34" charset="0"/>
            </a:endParaRPr>
          </a:p>
        </p:txBody>
      </p:sp>
      <p:sp>
        <p:nvSpPr>
          <p:cNvPr id="24" name="Rectangle: Rounded Corners 23">
            <a:extLst>
              <a:ext uri="{FF2B5EF4-FFF2-40B4-BE49-F238E27FC236}">
                <a16:creationId xmlns:a16="http://schemas.microsoft.com/office/drawing/2014/main" id="{28792E68-AD28-22FA-A9D7-32332F0F823F}"/>
              </a:ext>
            </a:extLst>
          </p:cNvPr>
          <p:cNvSpPr/>
          <p:nvPr/>
        </p:nvSpPr>
        <p:spPr>
          <a:xfrm>
            <a:off x="3643083" y="3619637"/>
            <a:ext cx="6873243" cy="1237866"/>
          </a:xfrm>
          <a:prstGeom prst="round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sz="3600" b="0" i="0" u="none" strike="noStrike" kern="1200" cap="none" spc="0" normalizeH="0" baseline="0" noProof="0" dirty="0">
                <a:ln>
                  <a:noFill/>
                </a:ln>
                <a:solidFill>
                  <a:prstClr val="black"/>
                </a:solidFill>
                <a:effectLst/>
                <a:uLnTx/>
                <a:uFillTx/>
                <a:latin typeface="Arial" panose="020B0604020202020204" pitchFamily="34" charset="0"/>
                <a:ea typeface="UD Digi Kyokasho N-B" panose="02020700000000000000" pitchFamily="17" charset="-128"/>
                <a:cs typeface="Arial" panose="020B0604020202020204" pitchFamily="34" charset="0"/>
              </a:rPr>
              <a:t>Foreign words</a:t>
            </a:r>
          </a:p>
        </p:txBody>
      </p:sp>
      <p:sp>
        <p:nvSpPr>
          <p:cNvPr id="25" name="Rectangle: Rounded Corners 24">
            <a:extLst>
              <a:ext uri="{FF2B5EF4-FFF2-40B4-BE49-F238E27FC236}">
                <a16:creationId xmlns:a16="http://schemas.microsoft.com/office/drawing/2014/main" id="{7850334D-352E-D14E-9DDD-343D59F4DCFA}"/>
              </a:ext>
            </a:extLst>
          </p:cNvPr>
          <p:cNvSpPr/>
          <p:nvPr/>
        </p:nvSpPr>
        <p:spPr>
          <a:xfrm>
            <a:off x="3643083" y="5195836"/>
            <a:ext cx="6873243" cy="1237866"/>
          </a:xfrm>
          <a:prstGeom prst="round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sz="3600" b="0" i="0" u="none" strike="noStrike" kern="1200" cap="none" spc="0" normalizeH="0" baseline="0" noProof="0" dirty="0">
                <a:ln>
                  <a:noFill/>
                </a:ln>
                <a:solidFill>
                  <a:prstClr val="black"/>
                </a:solidFill>
                <a:effectLst/>
                <a:uLnTx/>
                <a:uFillTx/>
                <a:latin typeface="Arial" panose="020B0604020202020204" pitchFamily="34" charset="0"/>
                <a:ea typeface="UD Digi Kyokasho N-B" panose="02020700000000000000" pitchFamily="17" charset="-128"/>
                <a:cs typeface="Arial" panose="020B0604020202020204" pitchFamily="34" charset="0"/>
              </a:rPr>
              <a:t>Meaning of the words</a:t>
            </a:r>
          </a:p>
        </p:txBody>
      </p:sp>
      <p:sp>
        <p:nvSpPr>
          <p:cNvPr id="29" name="Rectangle: Rounded Corners 28">
            <a:extLst>
              <a:ext uri="{FF2B5EF4-FFF2-40B4-BE49-F238E27FC236}">
                <a16:creationId xmlns:a16="http://schemas.microsoft.com/office/drawing/2014/main" id="{79854278-2934-2E4D-D981-364B32EE1108}"/>
              </a:ext>
            </a:extLst>
          </p:cNvPr>
          <p:cNvSpPr/>
          <p:nvPr/>
        </p:nvSpPr>
        <p:spPr>
          <a:xfrm>
            <a:off x="3643084" y="1902313"/>
            <a:ext cx="6873243" cy="1237866"/>
          </a:xfrm>
          <a:prstGeom prst="round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sz="3600" b="0" i="0" u="none" strike="noStrike" kern="1200" cap="none" spc="0" normalizeH="0" baseline="0" noProof="0" dirty="0">
                <a:ln>
                  <a:noFill/>
                </a:ln>
                <a:solidFill>
                  <a:prstClr val="black"/>
                </a:solidFill>
                <a:effectLst/>
                <a:uLnTx/>
                <a:uFillTx/>
                <a:latin typeface="Arial" panose="020B0604020202020204" pitchFamily="34" charset="0"/>
                <a:ea typeface="UD Digi Kyokasho N-B" panose="02020700000000000000" pitchFamily="17" charset="-128"/>
                <a:cs typeface="Arial" panose="020B0604020202020204" pitchFamily="34" charset="0"/>
              </a:rPr>
              <a:t>Explain the grammar part</a:t>
            </a:r>
          </a:p>
        </p:txBody>
      </p:sp>
      <p:sp>
        <p:nvSpPr>
          <p:cNvPr id="2" name="Rectangle: Rounded Corners 1">
            <a:extLst>
              <a:ext uri="{FF2B5EF4-FFF2-40B4-BE49-F238E27FC236}">
                <a16:creationId xmlns:a16="http://schemas.microsoft.com/office/drawing/2014/main" id="{2EDE3CEE-6990-295F-EB62-87E5D1C1B6B2}"/>
              </a:ext>
            </a:extLst>
          </p:cNvPr>
          <p:cNvSpPr/>
          <p:nvPr/>
        </p:nvSpPr>
        <p:spPr>
          <a:xfrm>
            <a:off x="549109" y="1902313"/>
            <a:ext cx="3093974" cy="1237866"/>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4000" b="0" i="0" u="none" strike="noStrike" kern="1200" cap="none" spc="0" normalizeH="0" baseline="0" noProof="0" dirty="0">
                <a:ln>
                  <a:noFill/>
                </a:ln>
                <a:solidFill>
                  <a:prstClr val="white"/>
                </a:solidFill>
                <a:effectLst/>
                <a:uLnTx/>
                <a:uFillTx/>
                <a:latin typeface="UD Digi Kyokasho N-B" panose="02020700000000000000" pitchFamily="17" charset="-128"/>
                <a:ea typeface="UD Digi Kyokasho N-B" panose="02020700000000000000" pitchFamily="17" charset="-128"/>
                <a:cs typeface="+mn-cs"/>
              </a:rPr>
              <a:t>ひらがな</a:t>
            </a:r>
            <a:endParaRPr kumimoji="1" lang="en-US" sz="4000" b="0" i="0" u="none" strike="noStrike" kern="1200" cap="none" spc="0" normalizeH="0" baseline="0" noProof="0" dirty="0">
              <a:ln>
                <a:noFill/>
              </a:ln>
              <a:solidFill>
                <a:prstClr val="white"/>
              </a:solidFill>
              <a:effectLst/>
              <a:uLnTx/>
              <a:uFillTx/>
              <a:latin typeface="UD Digi Kyokasho N-B" panose="02020700000000000000" pitchFamily="17" charset="-128"/>
              <a:ea typeface="UD Digi Kyokasho N-B" panose="02020700000000000000" pitchFamily="17" charset="-128"/>
              <a:cs typeface="+mn-cs"/>
            </a:endParaRPr>
          </a:p>
        </p:txBody>
      </p:sp>
      <p:sp>
        <p:nvSpPr>
          <p:cNvPr id="6" name="Rectangle: Rounded Corners 5">
            <a:extLst>
              <a:ext uri="{FF2B5EF4-FFF2-40B4-BE49-F238E27FC236}">
                <a16:creationId xmlns:a16="http://schemas.microsoft.com/office/drawing/2014/main" id="{8A7F254D-C88A-0FF3-1445-3EE81C9AEF03}"/>
              </a:ext>
            </a:extLst>
          </p:cNvPr>
          <p:cNvSpPr/>
          <p:nvPr/>
        </p:nvSpPr>
        <p:spPr>
          <a:xfrm>
            <a:off x="549109" y="3619637"/>
            <a:ext cx="3093974" cy="1237866"/>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4000" dirty="0">
                <a:solidFill>
                  <a:prstClr val="white"/>
                </a:solidFill>
                <a:latin typeface="UD Digi Kyokasho N-B" panose="02020700000000000000" pitchFamily="17" charset="-128"/>
                <a:ea typeface="UD Digi Kyokasho N-B" panose="02020700000000000000" pitchFamily="17" charset="-128"/>
              </a:rPr>
              <a:t>カタカナ</a:t>
            </a:r>
            <a:endParaRPr kumimoji="1" lang="en-US" sz="4000" b="0" i="0" u="none" strike="noStrike" kern="1200" cap="none" spc="0" normalizeH="0" baseline="0" noProof="0" dirty="0">
              <a:ln>
                <a:noFill/>
              </a:ln>
              <a:solidFill>
                <a:prstClr val="white"/>
              </a:solidFill>
              <a:effectLst/>
              <a:uLnTx/>
              <a:uFillTx/>
              <a:latin typeface="UD Digi Kyokasho N-B" panose="02020700000000000000" pitchFamily="17" charset="-128"/>
              <a:ea typeface="UD Digi Kyokasho N-B" panose="02020700000000000000" pitchFamily="17" charset="-128"/>
              <a:cs typeface="+mn-cs"/>
            </a:endParaRPr>
          </a:p>
        </p:txBody>
      </p:sp>
      <p:sp>
        <p:nvSpPr>
          <p:cNvPr id="7" name="Rectangle: Rounded Corners 6">
            <a:extLst>
              <a:ext uri="{FF2B5EF4-FFF2-40B4-BE49-F238E27FC236}">
                <a16:creationId xmlns:a16="http://schemas.microsoft.com/office/drawing/2014/main" id="{367AD171-43EC-A009-C657-56DFF6573C03}"/>
              </a:ext>
            </a:extLst>
          </p:cNvPr>
          <p:cNvSpPr/>
          <p:nvPr/>
        </p:nvSpPr>
        <p:spPr>
          <a:xfrm>
            <a:off x="549109" y="5195836"/>
            <a:ext cx="3093974" cy="1237866"/>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4000" dirty="0">
                <a:solidFill>
                  <a:prstClr val="white"/>
                </a:solidFill>
                <a:latin typeface="UD Digi Kyokasho N-B" panose="02020700000000000000" pitchFamily="17" charset="-128"/>
                <a:ea typeface="UD Digi Kyokasho N-B" panose="02020700000000000000" pitchFamily="17" charset="-128"/>
              </a:rPr>
              <a:t>漢字</a:t>
            </a:r>
            <a:endParaRPr kumimoji="1" lang="en-US" sz="4000" b="0" i="0" u="none" strike="noStrike" kern="1200" cap="none" spc="0" normalizeH="0" baseline="0" noProof="0" dirty="0">
              <a:ln>
                <a:noFill/>
              </a:ln>
              <a:solidFill>
                <a:prstClr val="white"/>
              </a:solidFill>
              <a:effectLst/>
              <a:uLnTx/>
              <a:uFillTx/>
              <a:latin typeface="UD Digi Kyokasho N-B" panose="02020700000000000000" pitchFamily="17" charset="-128"/>
              <a:ea typeface="UD Digi Kyokasho N-B" panose="02020700000000000000" pitchFamily="17" charset="-128"/>
              <a:cs typeface="+mn-cs"/>
            </a:endParaRPr>
          </a:p>
        </p:txBody>
      </p:sp>
    </p:spTree>
    <p:extLst>
      <p:ext uri="{BB962C8B-B14F-4D97-AF65-F5344CB8AC3E}">
        <p14:creationId xmlns:p14="http://schemas.microsoft.com/office/powerpoint/2010/main" val="2509237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9" grpId="0" animBg="1"/>
      <p:bldP spid="2" grpId="0" animBg="1"/>
      <p:bldP spid="6"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a:extLst>
              <a:ext uri="{FF2B5EF4-FFF2-40B4-BE49-F238E27FC236}">
                <a16:creationId xmlns:a16="http://schemas.microsoft.com/office/drawing/2014/main" id="{C32DB868-C004-A641-3BB2-3F568CF68B70}"/>
              </a:ext>
            </a:extLst>
          </p:cNvPr>
          <p:cNvSpPr txBox="1"/>
          <p:nvPr/>
        </p:nvSpPr>
        <p:spPr>
          <a:xfrm>
            <a:off x="1687616" y="1436147"/>
            <a:ext cx="8816768" cy="3985706"/>
          </a:xfrm>
          <a:prstGeom prst="rect">
            <a:avLst/>
          </a:prstGeom>
          <a:gradFill>
            <a:gsLst>
              <a:gs pos="0">
                <a:schemeClr val="accent2">
                  <a:lumMod val="20000"/>
                  <a:lumOff val="80000"/>
                </a:schemeClr>
              </a:gs>
              <a:gs pos="74000">
                <a:schemeClr val="accent2">
                  <a:lumMod val="40000"/>
                  <a:lumOff val="60000"/>
                </a:schemeClr>
              </a:gs>
              <a:gs pos="100000">
                <a:schemeClr val="accent2">
                  <a:lumMod val="60000"/>
                  <a:lumOff val="40000"/>
                </a:schemeClr>
              </a:gs>
            </a:gsLst>
            <a:lin ang="5400000" scaled="1"/>
          </a:gra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38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B" panose="02020700000000000000" pitchFamily="17" charset="-128"/>
                <a:cs typeface="Arial" panose="020B0604020202020204" pitchFamily="34" charset="0"/>
              </a:rPr>
              <a:t>ひらがな</a:t>
            </a:r>
            <a:endParaRPr kumimoji="1" lang="en-US" altLang="ja-JP" sz="138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B" panose="02020700000000000000" pitchFamily="17" charset="-128"/>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5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B" panose="02020700000000000000" pitchFamily="17" charset="-128"/>
                <a:cs typeface="Arial" panose="020B0604020202020204" pitchFamily="34" charset="0"/>
              </a:rPr>
              <a:t>HIRAGANA</a:t>
            </a:r>
            <a:endParaRPr kumimoji="1" lang="ja-JP" altLang="en-US" sz="96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34" charset="-128"/>
              <a:cs typeface="Arial" panose="020B0604020202020204" pitchFamily="34" charset="0"/>
            </a:endParaRPr>
          </a:p>
        </p:txBody>
      </p:sp>
    </p:spTree>
    <p:extLst>
      <p:ext uri="{BB962C8B-B14F-4D97-AF65-F5344CB8AC3E}">
        <p14:creationId xmlns:p14="http://schemas.microsoft.com/office/powerpoint/2010/main" val="2184919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074" name="Picture 2" descr="Japanese hiragana chart">
            <a:extLst>
              <a:ext uri="{FF2B5EF4-FFF2-40B4-BE49-F238E27FC236}">
                <a16:creationId xmlns:a16="http://schemas.microsoft.com/office/drawing/2014/main" id="{C7A84844-FB8A-C385-F9A6-21A509EA63E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623"/>
          <a:stretch/>
        </p:blipFill>
        <p:spPr bwMode="auto">
          <a:xfrm>
            <a:off x="20" y="466048"/>
            <a:ext cx="12191980" cy="6391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5685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7493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975DB-C0CC-F603-CE17-EB6411E617D9}"/>
              </a:ext>
            </a:extLst>
          </p:cNvPr>
          <p:cNvSpPr>
            <a:spLocks noGrp="1"/>
          </p:cNvSpPr>
          <p:nvPr>
            <p:ph type="ctrTitle"/>
          </p:nvPr>
        </p:nvSpPr>
        <p:spPr/>
        <p:txBody>
          <a:bodyPr>
            <a:normAutofit fontScale="90000"/>
          </a:bodyPr>
          <a:lstStyle/>
          <a:p>
            <a:r>
              <a:rPr lang="ja-JP" altLang="en-US" dirty="0"/>
              <a:t>きゃ</a:t>
            </a:r>
            <a:br>
              <a:rPr lang="en-US" altLang="ja-JP" dirty="0"/>
            </a:br>
            <a:r>
              <a:rPr lang="ja-JP" altLang="en-US" dirty="0"/>
              <a:t>き＋</a:t>
            </a:r>
            <a:r>
              <a:rPr lang="en-US" altLang="ja-JP" dirty="0"/>
              <a:t>small </a:t>
            </a:r>
            <a:r>
              <a:rPr lang="ja-JP" altLang="en-US" dirty="0"/>
              <a:t>や</a:t>
            </a:r>
            <a:br>
              <a:rPr lang="en-US" altLang="ja-JP" dirty="0"/>
            </a:br>
            <a:r>
              <a:rPr lang="en-US" altLang="ja-JP" dirty="0"/>
              <a:t>ki              </a:t>
            </a:r>
            <a:r>
              <a:rPr lang="en-US" altLang="ja-JP" dirty="0" err="1"/>
              <a:t>ya</a:t>
            </a:r>
            <a:r>
              <a:rPr lang="en-US" altLang="ja-JP" dirty="0"/>
              <a:t>   </a:t>
            </a:r>
            <a:br>
              <a:rPr lang="en-US" altLang="ja-JP" dirty="0"/>
            </a:br>
            <a:r>
              <a:rPr lang="en-US" altLang="ja-JP" dirty="0" err="1"/>
              <a:t>kya</a:t>
            </a:r>
            <a:endParaRPr lang="en-US" dirty="0"/>
          </a:p>
        </p:txBody>
      </p:sp>
      <p:sp>
        <p:nvSpPr>
          <p:cNvPr id="3" name="Subtitle 2">
            <a:extLst>
              <a:ext uri="{FF2B5EF4-FFF2-40B4-BE49-F238E27FC236}">
                <a16:creationId xmlns:a16="http://schemas.microsoft.com/office/drawing/2014/main" id="{E783FA79-94A1-5BDD-0064-C9B00C2E565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02215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a:extLst>
              <a:ext uri="{FF2B5EF4-FFF2-40B4-BE49-F238E27FC236}">
                <a16:creationId xmlns:a16="http://schemas.microsoft.com/office/drawing/2014/main" id="{C32DB868-C004-A641-3BB2-3F568CF68B70}"/>
              </a:ext>
            </a:extLst>
          </p:cNvPr>
          <p:cNvSpPr txBox="1"/>
          <p:nvPr/>
        </p:nvSpPr>
        <p:spPr>
          <a:xfrm>
            <a:off x="1687616" y="1436147"/>
            <a:ext cx="8816768" cy="3985706"/>
          </a:xfrm>
          <a:prstGeom prst="rect">
            <a:avLst/>
          </a:prstGeom>
          <a:gradFill>
            <a:gsLst>
              <a:gs pos="0">
                <a:schemeClr val="accent2">
                  <a:lumMod val="20000"/>
                  <a:lumOff val="80000"/>
                </a:schemeClr>
              </a:gs>
              <a:gs pos="74000">
                <a:schemeClr val="accent2">
                  <a:lumMod val="40000"/>
                  <a:lumOff val="60000"/>
                </a:schemeClr>
              </a:gs>
              <a:gs pos="100000">
                <a:schemeClr val="accent2">
                  <a:lumMod val="60000"/>
                  <a:lumOff val="40000"/>
                </a:schemeClr>
              </a:gs>
            </a:gsLst>
            <a:lin ang="5400000" scaled="1"/>
          </a:gra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3800" b="0" i="0" u="none" strike="noStrike" kern="1200" cap="none" spc="0" normalizeH="0" baseline="0" noProof="0" dirty="0">
                <a:ln>
                  <a:noFill/>
                </a:ln>
                <a:solidFill>
                  <a:prstClr val="black"/>
                </a:solidFill>
                <a:effectLst/>
                <a:uLnTx/>
                <a:uFillTx/>
                <a:latin typeface="UD デジタル 教科書体 N-B" panose="02020700000000000000" pitchFamily="17" charset="-128"/>
                <a:ea typeface="UD デジタル 教科書体 N-B" panose="02020700000000000000" pitchFamily="17" charset="-128"/>
                <a:cs typeface="+mn-cs"/>
              </a:rPr>
              <a:t>カタカナ</a:t>
            </a:r>
            <a:endParaRPr kumimoji="1" lang="en-US" altLang="ja-JP" sz="13800" b="0" i="0" u="none" strike="noStrike" kern="1200" cap="none" spc="0" normalizeH="0" baseline="0" noProof="0" dirty="0">
              <a:ln>
                <a:noFill/>
              </a:ln>
              <a:solidFill>
                <a:prstClr val="black"/>
              </a:solidFill>
              <a:effectLst/>
              <a:uLnTx/>
              <a:uFillTx/>
              <a:latin typeface="UD デジタル 教科書体 N-B" panose="02020700000000000000" pitchFamily="17" charset="-128"/>
              <a:ea typeface="UD デジタル 教科書体 N-B" panose="02020700000000000000" pitchFamily="17"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5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B" panose="02020700000000000000" pitchFamily="17" charset="-128"/>
                <a:cs typeface="Arial" panose="020B0604020202020204" pitchFamily="34" charset="0"/>
              </a:rPr>
              <a:t>KATAKANA</a:t>
            </a:r>
            <a:endParaRPr kumimoji="1" lang="ja-JP" altLang="en-US" sz="96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34" charset="-128"/>
              <a:cs typeface="Arial" panose="020B0604020202020204" pitchFamily="34" charset="0"/>
            </a:endParaRPr>
          </a:p>
        </p:txBody>
      </p:sp>
    </p:spTree>
    <p:extLst>
      <p:ext uri="{BB962C8B-B14F-4D97-AF65-F5344CB8AC3E}">
        <p14:creationId xmlns:p14="http://schemas.microsoft.com/office/powerpoint/2010/main" val="728117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050" name="Picture 2" descr="katakana chart">
            <a:extLst>
              <a:ext uri="{FF2B5EF4-FFF2-40B4-BE49-F238E27FC236}">
                <a16:creationId xmlns:a16="http://schemas.microsoft.com/office/drawing/2014/main" id="{A58E41CD-761B-2291-1145-E6CE844E89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960"/>
          <a:stretch/>
        </p:blipFill>
        <p:spPr bwMode="auto">
          <a:xfrm>
            <a:off x="20" y="489646"/>
            <a:ext cx="12191980" cy="6368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2085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a:extLst>
              <a:ext uri="{FF2B5EF4-FFF2-40B4-BE49-F238E27FC236}">
                <a16:creationId xmlns:a16="http://schemas.microsoft.com/office/drawing/2014/main" id="{C32DB868-C004-A641-3BB2-3F568CF68B70}"/>
              </a:ext>
            </a:extLst>
          </p:cNvPr>
          <p:cNvSpPr txBox="1"/>
          <p:nvPr/>
        </p:nvSpPr>
        <p:spPr>
          <a:xfrm>
            <a:off x="1687616" y="1259175"/>
            <a:ext cx="8816768" cy="4339650"/>
          </a:xfrm>
          <a:prstGeom prst="rect">
            <a:avLst/>
          </a:prstGeom>
          <a:gradFill>
            <a:gsLst>
              <a:gs pos="0">
                <a:schemeClr val="accent2">
                  <a:lumMod val="20000"/>
                  <a:lumOff val="80000"/>
                </a:schemeClr>
              </a:gs>
              <a:gs pos="74000">
                <a:schemeClr val="accent2">
                  <a:lumMod val="40000"/>
                  <a:lumOff val="60000"/>
                </a:schemeClr>
              </a:gs>
              <a:gs pos="100000">
                <a:schemeClr val="accent2">
                  <a:lumMod val="60000"/>
                  <a:lumOff val="40000"/>
                </a:schemeClr>
              </a:gs>
            </a:gsLst>
            <a:lin ang="5400000" scaled="1"/>
          </a:gra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3800" b="0" i="0" u="none" strike="noStrike" kern="1200" cap="none" spc="0" normalizeH="0" baseline="0" noProof="0" dirty="0">
                <a:ln>
                  <a:noFill/>
                </a:ln>
                <a:solidFill>
                  <a:prstClr val="black"/>
                </a:solidFill>
                <a:effectLst/>
                <a:uLnTx/>
                <a:uFillTx/>
                <a:latin typeface="UD デジタル 教科書体 N-B" panose="02020700000000000000" pitchFamily="17" charset="-128"/>
                <a:ea typeface="UD デジタル 教科書体 N-B" panose="02020700000000000000" pitchFamily="17" charset="-128"/>
                <a:cs typeface="+mn-cs"/>
              </a:rPr>
              <a:t>漢字</a:t>
            </a:r>
            <a:endParaRPr kumimoji="1" lang="en-US" altLang="ja-JP" sz="13800" b="0" i="0" u="none" strike="noStrike" kern="1200" cap="none" spc="0" normalizeH="0" baseline="0" noProof="0" dirty="0">
              <a:ln>
                <a:noFill/>
              </a:ln>
              <a:solidFill>
                <a:prstClr val="black"/>
              </a:solidFill>
              <a:effectLst/>
              <a:uLnTx/>
              <a:uFillTx/>
              <a:latin typeface="UD デジタル 教科書体 N-B" panose="02020700000000000000" pitchFamily="17" charset="-128"/>
              <a:ea typeface="UD デジタル 教科書体 N-B" panose="02020700000000000000" pitchFamily="17"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3800" b="0" i="0" u="none" strike="noStrike" kern="1200" cap="none" spc="0" normalizeH="0" baseline="0" noProof="0" dirty="0">
                <a:ln>
                  <a:noFill/>
                </a:ln>
                <a:solidFill>
                  <a:prstClr val="black"/>
                </a:solidFill>
                <a:effectLst/>
                <a:uLnTx/>
                <a:uFillTx/>
                <a:latin typeface="Arial" panose="020B0604020202020204" pitchFamily="34" charset="0"/>
                <a:ea typeface="UD デジタル 教科書体 N-B" panose="02020700000000000000" pitchFamily="17" charset="-128"/>
                <a:cs typeface="Arial" panose="020B0604020202020204" pitchFamily="34" charset="0"/>
              </a:rPr>
              <a:t>KANJI</a:t>
            </a:r>
            <a:endParaRPr kumimoji="1" lang="ja-JP" altLang="en-US" sz="115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34" charset="-128"/>
              <a:cs typeface="Arial" panose="020B0604020202020204" pitchFamily="34" charset="0"/>
            </a:endParaRPr>
          </a:p>
        </p:txBody>
      </p:sp>
    </p:spTree>
    <p:extLst>
      <p:ext uri="{BB962C8B-B14F-4D97-AF65-F5344CB8AC3E}">
        <p14:creationId xmlns:p14="http://schemas.microsoft.com/office/powerpoint/2010/main" val="4247130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El carácter chino (Kanji 漢字) es dibujito  【español】">
            <a:extLst>
              <a:ext uri="{FF2B5EF4-FFF2-40B4-BE49-F238E27FC236}">
                <a16:creationId xmlns:a16="http://schemas.microsoft.com/office/drawing/2014/main" id="{A5DCEBAA-90F3-F8F7-9A88-244938859DE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739935" y="643466"/>
            <a:ext cx="6712130"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01580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3EBFFB-D50F-5982-1BEB-8121016789A1}"/>
              </a:ext>
            </a:extLst>
          </p:cNvPr>
          <p:cNvSpPr/>
          <p:nvPr/>
        </p:nvSpPr>
        <p:spPr>
          <a:xfrm>
            <a:off x="838200" y="647678"/>
            <a:ext cx="7175269" cy="677732"/>
          </a:xfrm>
          <a:prstGeom prst="rect">
            <a:avLst/>
          </a:prstGeom>
          <a:solidFill>
            <a:schemeClr val="accent5">
              <a:lumMod val="20000"/>
              <a:lumOff val="8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34" charset="-128"/>
              <a:cs typeface="+mn-cs"/>
            </a:endParaRPr>
          </a:p>
        </p:txBody>
      </p:sp>
      <p:sp>
        <p:nvSpPr>
          <p:cNvPr id="5" name="Title 1">
            <a:extLst>
              <a:ext uri="{FF2B5EF4-FFF2-40B4-BE49-F238E27FC236}">
                <a16:creationId xmlns:a16="http://schemas.microsoft.com/office/drawing/2014/main" id="{7F9525FD-52CC-71DE-3B17-D38EE0E536FF}"/>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4400" b="0" i="0" u="none" strike="noStrike" kern="1200" cap="none" spc="0" normalizeH="0" baseline="0" noProof="0" dirty="0">
                <a:ln>
                  <a:noFill/>
                </a:ln>
                <a:solidFill>
                  <a:prstClr val="black"/>
                </a:solidFill>
                <a:effectLst/>
                <a:uLnTx/>
                <a:uFillTx/>
                <a:latin typeface="UD デジタル 教科書体 NK-R" panose="02020400000000000000" pitchFamily="18" charset="-128"/>
                <a:ea typeface="UD デジタル 教科書体 NK-R" panose="02020400000000000000" pitchFamily="18" charset="-128"/>
                <a:cs typeface="+mj-cs"/>
              </a:rPr>
              <a:t>Japanese Writing System</a:t>
            </a:r>
            <a:endParaRPr kumimoji="1" lang="ja-JP" altLang="en-US" sz="4400" b="0" i="0" u="none" strike="noStrike" kern="1200" cap="none" spc="0" normalizeH="0" baseline="0" noProof="0" dirty="0">
              <a:ln>
                <a:noFill/>
              </a:ln>
              <a:solidFill>
                <a:prstClr val="black"/>
              </a:solidFill>
              <a:effectLst/>
              <a:uLnTx/>
              <a:uFillTx/>
              <a:latin typeface="UD デジタル 教科書体 NK-R" panose="02020400000000000000" pitchFamily="18" charset="-128"/>
              <a:ea typeface="UD デジタル 教科書体 NK-R" panose="02020400000000000000" pitchFamily="18" charset="-128"/>
              <a:cs typeface="+mj-cs"/>
            </a:endParaRPr>
          </a:p>
        </p:txBody>
      </p:sp>
      <p:sp>
        <p:nvSpPr>
          <p:cNvPr id="16" name="Title 1">
            <a:extLst>
              <a:ext uri="{FF2B5EF4-FFF2-40B4-BE49-F238E27FC236}">
                <a16:creationId xmlns:a16="http://schemas.microsoft.com/office/drawing/2014/main" id="{42FEA516-22BD-D6C0-83C6-E64F179909E3}"/>
              </a:ext>
            </a:extLst>
          </p:cNvPr>
          <p:cNvSpPr txBox="1">
            <a:spLocks/>
          </p:cNvSpPr>
          <p:nvPr/>
        </p:nvSpPr>
        <p:spPr>
          <a:xfrm>
            <a:off x="0" y="2322558"/>
            <a:ext cx="12192000" cy="1696527"/>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1" lang="ja-JP" altLang="en-US" sz="7200" b="1" i="0" u="none" strike="noStrike" kern="1200" cap="none" spc="0" normalizeH="0" baseline="0" noProof="0" dirty="0">
                <a:ln>
                  <a:noFill/>
                </a:ln>
                <a:solidFill>
                  <a:srgbClr val="0070C0"/>
                </a:solidFill>
                <a:effectLst/>
                <a:uLnTx/>
                <a:uFillTx/>
                <a:latin typeface="UD Digi Kyokasho N-B" panose="02020700000000000000" pitchFamily="17" charset="-128"/>
                <a:ea typeface="UD Digi Kyokasho N-B" panose="02020700000000000000" pitchFamily="17" charset="-128"/>
                <a:cs typeface="+mj-cs"/>
              </a:rPr>
              <a:t>私 </a:t>
            </a:r>
            <a:r>
              <a:rPr lang="ja-JP" altLang="en-US" sz="7200" b="1" dirty="0">
                <a:solidFill>
                  <a:srgbClr val="92D050"/>
                </a:solidFill>
                <a:latin typeface="UD Digi Kyokasho N-B" panose="02020700000000000000" pitchFamily="17" charset="-128"/>
                <a:ea typeface="UD Digi Kyokasho N-B" panose="02020700000000000000" pitchFamily="17" charset="-128"/>
              </a:rPr>
              <a:t>は </a:t>
            </a:r>
            <a:r>
              <a:rPr kumimoji="1" lang="ja-JP" altLang="en-US" sz="7200" b="1" i="0" u="none" strike="noStrike" kern="1200" cap="none" spc="0" normalizeH="0" baseline="0" noProof="0" dirty="0">
                <a:ln>
                  <a:noFill/>
                </a:ln>
                <a:solidFill>
                  <a:srgbClr val="FFC000"/>
                </a:solidFill>
                <a:effectLst/>
                <a:uLnTx/>
                <a:uFillTx/>
                <a:latin typeface="UD Digi Kyokasho N-B" panose="02020700000000000000" pitchFamily="17" charset="-128"/>
                <a:ea typeface="UD Digi Kyokasho N-B" panose="02020700000000000000" pitchFamily="17" charset="-128"/>
                <a:cs typeface="+mj-cs"/>
              </a:rPr>
              <a:t>テレビ </a:t>
            </a:r>
            <a:r>
              <a:rPr kumimoji="1" lang="ja-JP" altLang="en-US" sz="7200" b="1" i="0" u="none" strike="noStrike" kern="1200" cap="none" spc="0" normalizeH="0" baseline="0" noProof="0" dirty="0">
                <a:ln>
                  <a:noFill/>
                </a:ln>
                <a:solidFill>
                  <a:srgbClr val="92D050"/>
                </a:solidFill>
                <a:effectLst/>
                <a:uLnTx/>
                <a:uFillTx/>
                <a:latin typeface="UD Digi Kyokasho N-B" panose="02020700000000000000" pitchFamily="17" charset="-128"/>
                <a:ea typeface="UD Digi Kyokasho N-B" panose="02020700000000000000" pitchFamily="17" charset="-128"/>
                <a:cs typeface="+mj-cs"/>
              </a:rPr>
              <a:t>を </a:t>
            </a:r>
            <a:r>
              <a:rPr kumimoji="1" lang="ja-JP" altLang="en-US" sz="7200" b="1" i="0" u="none" strike="noStrike" kern="1200" cap="none" spc="0" normalizeH="0" baseline="0" noProof="0" dirty="0">
                <a:ln>
                  <a:noFill/>
                </a:ln>
                <a:solidFill>
                  <a:srgbClr val="0070C0"/>
                </a:solidFill>
                <a:effectLst/>
                <a:uLnTx/>
                <a:uFillTx/>
                <a:latin typeface="UD Digi Kyokasho N-B" panose="02020700000000000000" pitchFamily="17" charset="-128"/>
                <a:ea typeface="UD Digi Kyokasho N-B" panose="02020700000000000000" pitchFamily="17" charset="-128"/>
                <a:cs typeface="+mj-cs"/>
              </a:rPr>
              <a:t>見</a:t>
            </a:r>
            <a:r>
              <a:rPr kumimoji="1" lang="ja-JP" altLang="en-US" sz="7200" b="1" i="0" u="none" strike="noStrike" kern="1200" cap="none" spc="0" normalizeH="0" baseline="0" noProof="0" dirty="0">
                <a:ln>
                  <a:noFill/>
                </a:ln>
                <a:solidFill>
                  <a:srgbClr val="92D050"/>
                </a:solidFill>
                <a:effectLst/>
                <a:uLnTx/>
                <a:uFillTx/>
                <a:latin typeface="UD Digi Kyokasho N-B" panose="02020700000000000000" pitchFamily="17" charset="-128"/>
                <a:ea typeface="UD Digi Kyokasho N-B" panose="02020700000000000000" pitchFamily="17" charset="-128"/>
                <a:cs typeface="+mj-cs"/>
              </a:rPr>
              <a:t>ます</a:t>
            </a:r>
            <a:endParaRPr kumimoji="1" lang="en-US" altLang="ja-JP" sz="7200" b="1" i="0" u="none" strike="noStrike" kern="1200" cap="none" spc="0" normalizeH="0" baseline="0" noProof="0" dirty="0">
              <a:ln>
                <a:noFill/>
              </a:ln>
              <a:solidFill>
                <a:srgbClr val="92D050"/>
              </a:solidFill>
              <a:effectLst/>
              <a:uLnTx/>
              <a:uFillTx/>
              <a:latin typeface="UD Digi Kyokasho N-B" panose="02020700000000000000" pitchFamily="17" charset="-128"/>
              <a:ea typeface="UD Digi Kyokasho N-B" panose="02020700000000000000" pitchFamily="17" charset="-128"/>
              <a:cs typeface="+mj-cs"/>
            </a:endParaRPr>
          </a:p>
        </p:txBody>
      </p:sp>
      <p:sp>
        <p:nvSpPr>
          <p:cNvPr id="3" name="Title 1">
            <a:extLst>
              <a:ext uri="{FF2B5EF4-FFF2-40B4-BE49-F238E27FC236}">
                <a16:creationId xmlns:a16="http://schemas.microsoft.com/office/drawing/2014/main" id="{DDC8CE29-874C-10C5-4E76-023194FF4329}"/>
              </a:ext>
            </a:extLst>
          </p:cNvPr>
          <p:cNvSpPr txBox="1">
            <a:spLocks/>
          </p:cNvSpPr>
          <p:nvPr/>
        </p:nvSpPr>
        <p:spPr>
          <a:xfrm>
            <a:off x="4213341" y="3834460"/>
            <a:ext cx="1925437" cy="816491"/>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altLang="ja-JP" sz="3600" b="1" dirty="0">
                <a:solidFill>
                  <a:srgbClr val="FFC000"/>
                </a:solidFill>
                <a:latin typeface="Arial" panose="020B0604020202020204" pitchFamily="34" charset="0"/>
                <a:ea typeface="UD Digi Kyokasho N-B" panose="02020700000000000000" pitchFamily="17" charset="-128"/>
                <a:cs typeface="Arial" panose="020B0604020202020204" pitchFamily="34" charset="0"/>
              </a:rPr>
              <a:t>t</a:t>
            </a:r>
            <a:r>
              <a:rPr kumimoji="1" lang="en-US" altLang="ja-JP" sz="3600" b="1" i="0" u="none" strike="noStrike" kern="1200" cap="none" spc="0" normalizeH="0" baseline="0" noProof="0" dirty="0" err="1">
                <a:ln>
                  <a:noFill/>
                </a:ln>
                <a:solidFill>
                  <a:srgbClr val="FFC000"/>
                </a:solidFill>
                <a:effectLst/>
                <a:uLnTx/>
                <a:uFillTx/>
                <a:latin typeface="Arial" panose="020B0604020202020204" pitchFamily="34" charset="0"/>
                <a:ea typeface="UD Digi Kyokasho N-B" panose="02020700000000000000" pitchFamily="17" charset="-128"/>
                <a:cs typeface="Arial" panose="020B0604020202020204" pitchFamily="34" charset="0"/>
              </a:rPr>
              <a:t>erebi</a:t>
            </a:r>
            <a:endParaRPr kumimoji="1" lang="en-US" altLang="ja-JP" sz="3600" b="1" i="0" u="none" strike="noStrike" kern="1200" cap="none" spc="0" normalizeH="0" baseline="0" noProof="0" dirty="0">
              <a:ln>
                <a:noFill/>
              </a:ln>
              <a:solidFill>
                <a:srgbClr val="92D050"/>
              </a:solidFill>
              <a:effectLst/>
              <a:uLnTx/>
              <a:uFillTx/>
              <a:latin typeface="Arial" panose="020B0604020202020204" pitchFamily="34" charset="0"/>
              <a:ea typeface="UD Digi Kyokasho N-B" panose="02020700000000000000" pitchFamily="17" charset="-128"/>
              <a:cs typeface="Arial" panose="020B0604020202020204" pitchFamily="34" charset="0"/>
            </a:endParaRPr>
          </a:p>
        </p:txBody>
      </p:sp>
      <p:sp>
        <p:nvSpPr>
          <p:cNvPr id="6" name="Title 1">
            <a:extLst>
              <a:ext uri="{FF2B5EF4-FFF2-40B4-BE49-F238E27FC236}">
                <a16:creationId xmlns:a16="http://schemas.microsoft.com/office/drawing/2014/main" id="{96AF45C2-B568-BFE6-8D7C-C40E4E28C922}"/>
              </a:ext>
            </a:extLst>
          </p:cNvPr>
          <p:cNvSpPr txBox="1">
            <a:spLocks/>
          </p:cNvSpPr>
          <p:nvPr/>
        </p:nvSpPr>
        <p:spPr>
          <a:xfrm>
            <a:off x="398840" y="3834460"/>
            <a:ext cx="2041813" cy="816491"/>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1" lang="en-US" altLang="ja-JP" sz="3600" b="1" i="0" u="none" strike="noStrike" kern="1200" cap="none" spc="0" normalizeH="0" baseline="0" noProof="0" dirty="0" err="1">
                <a:ln>
                  <a:noFill/>
                </a:ln>
                <a:solidFill>
                  <a:srgbClr val="0070C0"/>
                </a:solidFill>
                <a:effectLst/>
                <a:uLnTx/>
                <a:uFillTx/>
                <a:latin typeface="Arial" panose="020B0604020202020204" pitchFamily="34" charset="0"/>
                <a:ea typeface="UD Digi Kyokasho N-B" panose="02020700000000000000" pitchFamily="17" charset="-128"/>
                <a:cs typeface="Arial" panose="020B0604020202020204" pitchFamily="34" charset="0"/>
              </a:rPr>
              <a:t>Watashi</a:t>
            </a:r>
            <a:endParaRPr kumimoji="1" lang="en-US" altLang="ja-JP" sz="3600" b="1" i="0" u="none" strike="noStrike" kern="1200" cap="none" spc="0" normalizeH="0" baseline="0" noProof="0" dirty="0">
              <a:ln>
                <a:noFill/>
              </a:ln>
              <a:solidFill>
                <a:srgbClr val="0070C0"/>
              </a:solidFill>
              <a:effectLst/>
              <a:uLnTx/>
              <a:uFillTx/>
              <a:latin typeface="Arial" panose="020B0604020202020204" pitchFamily="34" charset="0"/>
              <a:ea typeface="UD Digi Kyokasho N-B" panose="02020700000000000000" pitchFamily="17" charset="-128"/>
              <a:cs typeface="Arial" panose="020B0604020202020204" pitchFamily="34" charset="0"/>
            </a:endParaRPr>
          </a:p>
          <a:p>
            <a:pPr marL="0" marR="0" lvl="0" indent="0" algn="ctr" defTabSz="914400" rtl="0" eaLnBrk="1" fontAlgn="auto" latinLnBrk="0" hangingPunct="1">
              <a:lnSpc>
                <a:spcPct val="90000"/>
              </a:lnSpc>
              <a:spcBef>
                <a:spcPct val="0"/>
              </a:spcBef>
              <a:spcAft>
                <a:spcPts val="0"/>
              </a:spcAft>
              <a:buClrTx/>
              <a:buSzTx/>
              <a:buFontTx/>
              <a:buNone/>
              <a:tabLst/>
              <a:defRPr/>
            </a:pPr>
            <a:r>
              <a:rPr lang="ja-JP" altLang="en-US" sz="3600" b="1" dirty="0">
                <a:solidFill>
                  <a:srgbClr val="0070C0"/>
                </a:solidFill>
                <a:latin typeface="Arial" panose="020B0604020202020204" pitchFamily="34" charset="0"/>
                <a:ea typeface="UD Digi Kyokasho N-B" panose="02020700000000000000" pitchFamily="17" charset="-128"/>
                <a:cs typeface="Arial" panose="020B0604020202020204" pitchFamily="34" charset="0"/>
              </a:rPr>
              <a:t>わたし</a:t>
            </a:r>
            <a:endParaRPr kumimoji="1" lang="en-US" altLang="ja-JP" sz="3600" b="1" i="0" u="none" strike="noStrike" kern="1200" cap="none" spc="0" normalizeH="0" baseline="0" noProof="0" dirty="0">
              <a:ln>
                <a:noFill/>
              </a:ln>
              <a:solidFill>
                <a:srgbClr val="92D050"/>
              </a:solidFill>
              <a:effectLst/>
              <a:uLnTx/>
              <a:uFillTx/>
              <a:latin typeface="Arial" panose="020B0604020202020204" pitchFamily="34" charset="0"/>
              <a:ea typeface="UD Digi Kyokasho N-B" panose="02020700000000000000" pitchFamily="17" charset="-128"/>
              <a:cs typeface="Arial" panose="020B0604020202020204" pitchFamily="34" charset="0"/>
            </a:endParaRPr>
          </a:p>
        </p:txBody>
      </p:sp>
      <p:sp>
        <p:nvSpPr>
          <p:cNvPr id="7" name="Title 1">
            <a:extLst>
              <a:ext uri="{FF2B5EF4-FFF2-40B4-BE49-F238E27FC236}">
                <a16:creationId xmlns:a16="http://schemas.microsoft.com/office/drawing/2014/main" id="{8AF3D8AB-DB1E-7B59-C7F2-DFF062792A29}"/>
              </a:ext>
            </a:extLst>
          </p:cNvPr>
          <p:cNvSpPr txBox="1">
            <a:spLocks/>
          </p:cNvSpPr>
          <p:nvPr/>
        </p:nvSpPr>
        <p:spPr>
          <a:xfrm>
            <a:off x="2440653" y="3840675"/>
            <a:ext cx="1026967" cy="816491"/>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1" lang="en-US" altLang="ja-JP" sz="3600" b="1" i="0" u="none" strike="noStrike" kern="1200" cap="none" spc="0" normalizeH="0" baseline="0" noProof="0" dirty="0" err="1">
                <a:ln>
                  <a:noFill/>
                </a:ln>
                <a:solidFill>
                  <a:srgbClr val="92D050"/>
                </a:solidFill>
                <a:effectLst/>
                <a:uLnTx/>
                <a:uFillTx/>
                <a:latin typeface="Arial" panose="020B0604020202020204" pitchFamily="34" charset="0"/>
                <a:ea typeface="UD Digi Kyokasho N-B" panose="02020700000000000000" pitchFamily="17" charset="-128"/>
                <a:cs typeface="Arial" panose="020B0604020202020204" pitchFamily="34" charset="0"/>
              </a:rPr>
              <a:t>wa</a:t>
            </a:r>
            <a:endParaRPr kumimoji="1" lang="en-US" altLang="ja-JP" sz="3600" b="1" i="0" u="none" strike="noStrike" kern="1200" cap="none" spc="0" normalizeH="0" baseline="0" noProof="0" dirty="0">
              <a:ln>
                <a:noFill/>
              </a:ln>
              <a:solidFill>
                <a:srgbClr val="92D050"/>
              </a:solidFill>
              <a:effectLst/>
              <a:uLnTx/>
              <a:uFillTx/>
              <a:latin typeface="Arial" panose="020B0604020202020204" pitchFamily="34" charset="0"/>
              <a:ea typeface="UD Digi Kyokasho N-B" panose="02020700000000000000" pitchFamily="17" charset="-128"/>
              <a:cs typeface="Arial" panose="020B0604020202020204" pitchFamily="34" charset="0"/>
            </a:endParaRPr>
          </a:p>
        </p:txBody>
      </p:sp>
      <p:sp>
        <p:nvSpPr>
          <p:cNvPr id="8" name="Title 1">
            <a:extLst>
              <a:ext uri="{FF2B5EF4-FFF2-40B4-BE49-F238E27FC236}">
                <a16:creationId xmlns:a16="http://schemas.microsoft.com/office/drawing/2014/main" id="{37C86DFA-C191-399E-CFA5-3497284DE08F}"/>
              </a:ext>
            </a:extLst>
          </p:cNvPr>
          <p:cNvSpPr txBox="1">
            <a:spLocks/>
          </p:cNvSpPr>
          <p:nvPr/>
        </p:nvSpPr>
        <p:spPr>
          <a:xfrm>
            <a:off x="7015941" y="3834460"/>
            <a:ext cx="927909" cy="816491"/>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1" lang="en-US" altLang="ja-JP" sz="3600" b="1" i="0" u="none" strike="noStrike" kern="1200" cap="none" spc="0" normalizeH="0" baseline="0" noProof="0" dirty="0">
                <a:ln>
                  <a:noFill/>
                </a:ln>
                <a:solidFill>
                  <a:srgbClr val="92D050"/>
                </a:solidFill>
                <a:effectLst/>
                <a:uLnTx/>
                <a:uFillTx/>
                <a:latin typeface="Arial" panose="020B0604020202020204" pitchFamily="34" charset="0"/>
                <a:ea typeface="UD Digi Kyokasho N-B" panose="02020700000000000000" pitchFamily="17" charset="-128"/>
                <a:cs typeface="Arial" panose="020B0604020202020204" pitchFamily="34" charset="0"/>
              </a:rPr>
              <a:t>o</a:t>
            </a:r>
          </a:p>
        </p:txBody>
      </p:sp>
      <p:sp>
        <p:nvSpPr>
          <p:cNvPr id="9" name="Title 1">
            <a:extLst>
              <a:ext uri="{FF2B5EF4-FFF2-40B4-BE49-F238E27FC236}">
                <a16:creationId xmlns:a16="http://schemas.microsoft.com/office/drawing/2014/main" id="{506C622B-901F-ACA3-76C6-B8DAEFA64900}"/>
              </a:ext>
            </a:extLst>
          </p:cNvPr>
          <p:cNvSpPr txBox="1">
            <a:spLocks/>
          </p:cNvSpPr>
          <p:nvPr/>
        </p:nvSpPr>
        <p:spPr>
          <a:xfrm>
            <a:off x="8549468" y="3834460"/>
            <a:ext cx="2383328" cy="816491"/>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1" lang="en-US" altLang="ja-JP" sz="3600" b="1" i="0" u="none" strike="noStrike" kern="1200" cap="none" spc="0" normalizeH="0" baseline="0" noProof="0" dirty="0">
                <a:ln>
                  <a:noFill/>
                </a:ln>
                <a:solidFill>
                  <a:srgbClr val="0070C0"/>
                </a:solidFill>
                <a:effectLst/>
                <a:uLnTx/>
                <a:uFillTx/>
                <a:latin typeface="Arial" panose="020B0604020202020204" pitchFamily="34" charset="0"/>
                <a:ea typeface="UD Digi Kyokasho N-B" panose="02020700000000000000" pitchFamily="17" charset="-128"/>
                <a:cs typeface="Arial" panose="020B0604020202020204" pitchFamily="34" charset="0"/>
              </a:rPr>
              <a:t>Mi</a:t>
            </a:r>
            <a:r>
              <a:rPr kumimoji="1" lang="en-US" altLang="ja-JP" sz="3600" b="1" i="0" u="none" strike="noStrike" kern="1200" cap="none" spc="0" normalizeH="0" baseline="0" noProof="0" dirty="0">
                <a:ln>
                  <a:noFill/>
                </a:ln>
                <a:solidFill>
                  <a:srgbClr val="92D050"/>
                </a:solidFill>
                <a:effectLst/>
                <a:uLnTx/>
                <a:uFillTx/>
                <a:latin typeface="Arial" panose="020B0604020202020204" pitchFamily="34" charset="0"/>
                <a:ea typeface="UD Digi Kyokasho N-B" panose="02020700000000000000" pitchFamily="17" charset="-128"/>
                <a:cs typeface="Arial" panose="020B0604020202020204" pitchFamily="34" charset="0"/>
              </a:rPr>
              <a:t>mas</a:t>
            </a:r>
          </a:p>
          <a:p>
            <a:pPr marL="0" marR="0" lvl="0" indent="0" algn="ctr" defTabSz="914400" rtl="0" eaLnBrk="1" fontAlgn="auto" latinLnBrk="0" hangingPunct="1">
              <a:lnSpc>
                <a:spcPct val="90000"/>
              </a:lnSpc>
              <a:spcBef>
                <a:spcPct val="0"/>
              </a:spcBef>
              <a:spcAft>
                <a:spcPts val="0"/>
              </a:spcAft>
              <a:buClrTx/>
              <a:buSzTx/>
              <a:buFontTx/>
              <a:buNone/>
              <a:tabLst/>
              <a:defRPr/>
            </a:pPr>
            <a:r>
              <a:rPr lang="ja-JP" altLang="en-US" sz="3600" b="1" dirty="0">
                <a:solidFill>
                  <a:srgbClr val="92D050"/>
                </a:solidFill>
                <a:latin typeface="Arial" panose="020B0604020202020204" pitchFamily="34" charset="0"/>
                <a:ea typeface="UD Digi Kyokasho N-B" panose="02020700000000000000" pitchFamily="17" charset="-128"/>
                <a:cs typeface="Arial" panose="020B0604020202020204" pitchFamily="34" charset="0"/>
              </a:rPr>
              <a:t>みます</a:t>
            </a:r>
            <a:endParaRPr kumimoji="1" lang="en-US" altLang="ja-JP" sz="3600" b="1" i="0" u="none" strike="noStrike" kern="1200" cap="none" spc="0" normalizeH="0" baseline="0" noProof="0" dirty="0">
              <a:ln>
                <a:noFill/>
              </a:ln>
              <a:solidFill>
                <a:srgbClr val="92D050"/>
              </a:solidFill>
              <a:effectLst/>
              <a:uLnTx/>
              <a:uFillTx/>
              <a:latin typeface="Arial" panose="020B0604020202020204" pitchFamily="34" charset="0"/>
              <a:ea typeface="UD Digi Kyokasho N-B" panose="02020700000000000000" pitchFamily="17" charset="-128"/>
              <a:cs typeface="Arial" panose="020B0604020202020204" pitchFamily="34" charset="0"/>
            </a:endParaRPr>
          </a:p>
        </p:txBody>
      </p:sp>
    </p:spTree>
    <p:extLst>
      <p:ext uri="{BB962C8B-B14F-4D97-AF65-F5344CB8AC3E}">
        <p14:creationId xmlns:p14="http://schemas.microsoft.com/office/powerpoint/2010/main" val="33740305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Vector Illustration of Open Book With Growing Brain On Gray Background.  23078139 Vector Art at Vecteezy">
            <a:extLst>
              <a:ext uri="{FF2B5EF4-FFF2-40B4-BE49-F238E27FC236}">
                <a16:creationId xmlns:a16="http://schemas.microsoft.com/office/drawing/2014/main" id="{E8905C5F-762C-11F9-7F00-E939C6E3B1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48DE7DFF-5470-1E8B-F7DB-BA5EFF91DE36}"/>
              </a:ext>
            </a:extLst>
          </p:cNvPr>
          <p:cNvSpPr/>
          <p:nvPr/>
        </p:nvSpPr>
        <p:spPr>
          <a:xfrm>
            <a:off x="7191680" y="208549"/>
            <a:ext cx="4666662" cy="2308324"/>
          </a:xfrm>
          <a:prstGeom prst="rect">
            <a:avLst/>
          </a:prstGeom>
          <a:noFill/>
        </p:spPr>
        <p:txBody>
          <a:bodyPr wrap="none" lIns="91440" tIns="45720" rIns="91440" bIns="45720">
            <a:spAutoFit/>
          </a:bodyPr>
          <a:lstStyle/>
          <a:p>
            <a:pPr algn="ctr"/>
            <a:r>
              <a:rPr lang="en-US" sz="7200" b="0" cap="none" spc="0" dirty="0">
                <a:ln w="0"/>
                <a:solidFill>
                  <a:schemeClr val="tx1"/>
                </a:solidFill>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Today’s </a:t>
            </a:r>
          </a:p>
          <a:p>
            <a:pPr algn="ctr"/>
            <a:r>
              <a:rPr lang="en-US" sz="7200" b="0" cap="none" spc="0" dirty="0">
                <a:ln w="0"/>
                <a:solidFill>
                  <a:schemeClr val="tx1"/>
                </a:solidFill>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Reflection</a:t>
            </a:r>
          </a:p>
        </p:txBody>
      </p:sp>
      <p:sp>
        <p:nvSpPr>
          <p:cNvPr id="6" name="TextBox 5">
            <a:extLst>
              <a:ext uri="{FF2B5EF4-FFF2-40B4-BE49-F238E27FC236}">
                <a16:creationId xmlns:a16="http://schemas.microsoft.com/office/drawing/2014/main" id="{6C4695F1-A40F-2314-9F89-0180E44FAE4C}"/>
              </a:ext>
            </a:extLst>
          </p:cNvPr>
          <p:cNvSpPr txBox="1"/>
          <p:nvPr/>
        </p:nvSpPr>
        <p:spPr>
          <a:xfrm>
            <a:off x="7046728" y="2516873"/>
            <a:ext cx="6331688" cy="4247317"/>
          </a:xfrm>
          <a:prstGeom prst="rect">
            <a:avLst/>
          </a:prstGeom>
          <a:noFill/>
        </p:spPr>
        <p:txBody>
          <a:bodyPr wrap="square">
            <a:spAutoFit/>
          </a:bodyPr>
          <a:lstStyle/>
          <a:p>
            <a:r>
              <a:rPr lang="en-US" dirty="0"/>
              <a:t>OCC 1</a:t>
            </a:r>
            <a:endParaRPr lang="en-US" dirty="0">
              <a:hlinkClick r:id="rId3"/>
            </a:endParaRPr>
          </a:p>
          <a:p>
            <a:r>
              <a:rPr lang="en-US" dirty="0">
                <a:hlinkClick r:id="rId3"/>
              </a:rPr>
              <a:t>https://padlet.com/hnnhmdn/glt1031-occ-1-jnti17s92ni7jikn</a:t>
            </a:r>
            <a:endParaRPr lang="en-US" dirty="0"/>
          </a:p>
          <a:p>
            <a:endParaRPr lang="en-US" dirty="0"/>
          </a:p>
          <a:p>
            <a:r>
              <a:rPr lang="en-US" dirty="0"/>
              <a:t>OCC 2</a:t>
            </a:r>
          </a:p>
          <a:p>
            <a:r>
              <a:rPr lang="en-US" dirty="0">
                <a:hlinkClick r:id="rId4"/>
              </a:rPr>
              <a:t>https://padlet.com/hnnhmdn/glt1031-occ-2-d7ml4esd2f9gpqx5</a:t>
            </a:r>
            <a:endParaRPr lang="en-US" dirty="0"/>
          </a:p>
          <a:p>
            <a:endParaRPr lang="en-US" dirty="0"/>
          </a:p>
          <a:p>
            <a:r>
              <a:rPr lang="en-US" dirty="0"/>
              <a:t>OCC 3</a:t>
            </a:r>
          </a:p>
          <a:p>
            <a:r>
              <a:rPr lang="en-US" dirty="0">
                <a:hlinkClick r:id="rId5"/>
              </a:rPr>
              <a:t>https://padlet.com/hnnhmdn/glt1031-occ-3-o3omfw89eupzl2bx</a:t>
            </a:r>
            <a:endParaRPr lang="en-US" dirty="0"/>
          </a:p>
          <a:p>
            <a:endParaRPr lang="en-US" dirty="0"/>
          </a:p>
          <a:p>
            <a:r>
              <a:rPr lang="en-US" dirty="0"/>
              <a:t>OCC 4</a:t>
            </a:r>
          </a:p>
          <a:p>
            <a:r>
              <a:rPr lang="en-US" dirty="0">
                <a:hlinkClick r:id="rId6"/>
              </a:rPr>
              <a:t>https://padlet.com/hnnhmdn/glt1031-occ-4-84bzjh0qgvtff2q7</a:t>
            </a:r>
            <a:endParaRPr lang="en-US" dirty="0"/>
          </a:p>
        </p:txBody>
      </p:sp>
    </p:spTree>
    <p:extLst>
      <p:ext uri="{BB962C8B-B14F-4D97-AF65-F5344CB8AC3E}">
        <p14:creationId xmlns:p14="http://schemas.microsoft.com/office/powerpoint/2010/main" val="87632800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4038</TotalTime>
  <Words>555</Words>
  <Application>Microsoft Office PowerPoint</Application>
  <PresentationFormat>Widescreen</PresentationFormat>
  <Paragraphs>113</Paragraphs>
  <Slides>28</Slides>
  <Notes>1</Notes>
  <HiddenSlides>0</HiddenSlides>
  <MMClips>2</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UD Digi Kyokasho N-B</vt:lpstr>
      <vt:lpstr>UD Digi Kyokasho N-B</vt:lpstr>
      <vt:lpstr>UD デジタル 教科書体 NK-R</vt:lpstr>
      <vt:lpstr>游ゴシック</vt:lpstr>
      <vt:lpstr>游ゴシック Light</vt:lpstr>
      <vt:lpstr>ADLaM Display</vt:lpstr>
      <vt:lpstr>Arial</vt:lpstr>
      <vt:lpstr>1_Office Theme</vt:lpstr>
      <vt:lpstr>PowerPoint Presentation</vt:lpstr>
      <vt:lpstr>INTRODUCTION</vt:lpstr>
      <vt:lpstr>97ujcf</vt:lpstr>
      <vt:lpstr>PowerPoint Presentation</vt:lpstr>
      <vt:lpstr>PowerPoint Presentation</vt:lpstr>
      <vt:lpstr>PowerPoint Presentation</vt:lpstr>
      <vt:lpstr>PowerPoint Presentation</vt:lpstr>
      <vt:lpstr>PowerPoint Presentation</vt:lpstr>
      <vt:lpstr>Introduction to Japanese Language</vt:lpstr>
      <vt:lpstr>Pronunciation</vt:lpstr>
      <vt:lpstr>PowerPoint Presentation</vt:lpstr>
      <vt:lpstr>Let’s listen again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きゃ き＋small や ki              ya    kya</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コミュニケーション</dc:title>
  <dc:creator>alia abdullah</dc:creator>
  <cp:lastModifiedBy>NUR HANAN BINTI HAMDAN</cp:lastModifiedBy>
  <cp:revision>123</cp:revision>
  <dcterms:created xsi:type="dcterms:W3CDTF">2022-08-05T01:00:22Z</dcterms:created>
  <dcterms:modified xsi:type="dcterms:W3CDTF">2026-03-10T05:44:27Z</dcterms:modified>
</cp:coreProperties>
</file>
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17"/>
  </p:notesMasterIdLst>
  <p:sldIdLst>
    <p:sldId id="256" r:id="rId3"/>
    <p:sldId id="317" r:id="rId4"/>
    <p:sldId id="329" r:id="rId5"/>
    <p:sldId id="299" r:id="rId6"/>
    <p:sldId id="300" r:id="rId7"/>
    <p:sldId id="337" r:id="rId8"/>
    <p:sldId id="339" r:id="rId9"/>
    <p:sldId id="354" r:id="rId10"/>
    <p:sldId id="347" r:id="rId11"/>
    <p:sldId id="348" r:id="rId12"/>
    <p:sldId id="351" r:id="rId13"/>
    <p:sldId id="349" r:id="rId14"/>
    <p:sldId id="350" r:id="rId15"/>
    <p:sldId id="296" r:id="rId16"/>
  </p:sldIdLst>
  <p:sldSz cx="9144000" cy="5143500" type="screen16x9"/>
  <p:notesSz cx="6858000" cy="9144000"/>
  <p:embeddedFontLst>
    <p:embeddedFont>
      <p:font typeface="Nunito Light" pitchFamily="2" charset="0"/>
      <p:regular r:id="rId18"/>
      <p:italic r:id="rId19"/>
    </p:embeddedFont>
    <p:embeddedFont>
      <p:font typeface="Poppins" panose="00000500000000000000" pitchFamily="2" charset="0"/>
      <p:regular r:id="rId20"/>
      <p:bold r:id="rId21"/>
      <p:italic r:id="rId22"/>
      <p:boldItalic r:id="rId23"/>
    </p:embeddedFont>
    <p:embeddedFont>
      <p:font typeface="Proxima Nova" panose="020B0604020202020204" charset="0"/>
      <p:regular r:id="rId24"/>
      <p:bold r:id="rId25"/>
      <p:italic r:id="rId26"/>
      <p:boldItalic r:id="rId27"/>
    </p:embeddedFont>
    <p:embeddedFont>
      <p:font typeface="Proxima Nova Semibold" panose="020B0604020202020204" charset="0"/>
      <p:regular r:id="rId28"/>
      <p:bold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7ECED31-040B-4B96-B264-8210C48EDFA1}">
  <a:tblStyle styleId="{37ECED31-040B-4B96-B264-8210C48EDF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1CEE02A-BB42-442E-BC65-CD1E1F16B83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80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microsoft.com/office/2016/11/relationships/changesInfo" Target="changesInfos/changesInfo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R HANAN BINTI HAMDAN" userId="611587a3-4fba-4630-aec7-8c82a5204456" providerId="ADAL" clId="{2AC34E7B-6C1E-4DA6-825C-8A4937CF5A27}"/>
    <pc:docChg chg="undo custSel addSld delSld modSld sldOrd">
      <pc:chgData name="NUR HANAN BINTI HAMDAN" userId="611587a3-4fba-4630-aec7-8c82a5204456" providerId="ADAL" clId="{2AC34E7B-6C1E-4DA6-825C-8A4937CF5A27}" dt="2026-04-20T05:00:50.481" v="4580" actId="20577"/>
      <pc:docMkLst>
        <pc:docMk/>
      </pc:docMkLst>
      <pc:sldChg chg="modSp mod">
        <pc:chgData name="NUR HANAN BINTI HAMDAN" userId="611587a3-4fba-4630-aec7-8c82a5204456" providerId="ADAL" clId="{2AC34E7B-6C1E-4DA6-825C-8A4937CF5A27}" dt="2026-04-20T04:57:09.042" v="4431" actId="20577"/>
        <pc:sldMkLst>
          <pc:docMk/>
          <pc:sldMk cId="0" sldId="256"/>
        </pc:sldMkLst>
        <pc:spChg chg="mod">
          <ac:chgData name="NUR HANAN BINTI HAMDAN" userId="611587a3-4fba-4630-aec7-8c82a5204456" providerId="ADAL" clId="{2AC34E7B-6C1E-4DA6-825C-8A4937CF5A27}" dt="2026-04-20T04:56:57.172" v="4415" actId="20577"/>
          <ac:spMkLst>
            <pc:docMk/>
            <pc:sldMk cId="0" sldId="256"/>
            <ac:spMk id="307" creationId="{00000000-0000-0000-0000-000000000000}"/>
          </ac:spMkLst>
        </pc:spChg>
        <pc:spChg chg="mod">
          <ac:chgData name="NUR HANAN BINTI HAMDAN" userId="611587a3-4fba-4630-aec7-8c82a5204456" providerId="ADAL" clId="{2AC34E7B-6C1E-4DA6-825C-8A4937CF5A27}" dt="2026-04-20T04:57:09.042" v="4431" actId="20577"/>
          <ac:spMkLst>
            <pc:docMk/>
            <pc:sldMk cId="0" sldId="256"/>
            <ac:spMk id="308" creationId="{00000000-0000-0000-0000-000000000000}"/>
          </ac:spMkLst>
        </pc:spChg>
      </pc:sldChg>
      <pc:sldChg chg="modSp mod">
        <pc:chgData name="NUR HANAN BINTI HAMDAN" userId="611587a3-4fba-4630-aec7-8c82a5204456" providerId="ADAL" clId="{2AC34E7B-6C1E-4DA6-825C-8A4937CF5A27}" dt="2026-04-09T23:31:18.840" v="4075" actId="20577"/>
        <pc:sldMkLst>
          <pc:docMk/>
          <pc:sldMk cId="759764155" sldId="299"/>
        </pc:sldMkLst>
        <pc:spChg chg="mod">
          <ac:chgData name="NUR HANAN BINTI HAMDAN" userId="611587a3-4fba-4630-aec7-8c82a5204456" providerId="ADAL" clId="{2AC34E7B-6C1E-4DA6-825C-8A4937CF5A27}" dt="2026-04-09T23:31:18.840" v="4075" actId="20577"/>
          <ac:spMkLst>
            <pc:docMk/>
            <pc:sldMk cId="759764155" sldId="299"/>
            <ac:spMk id="348" creationId="{BBC332E9-AFCE-8EF7-3F02-11A165BA9D79}"/>
          </ac:spMkLst>
        </pc:spChg>
      </pc:sldChg>
      <pc:sldChg chg="modSp add mod">
        <pc:chgData name="NUR HANAN BINTI HAMDAN" userId="611587a3-4fba-4630-aec7-8c82a5204456" providerId="ADAL" clId="{2AC34E7B-6C1E-4DA6-825C-8A4937CF5A27}" dt="2026-04-20T04:58:57.144" v="4442" actId="20577"/>
        <pc:sldMkLst>
          <pc:docMk/>
          <pc:sldMk cId="4262957845" sldId="317"/>
        </pc:sldMkLst>
        <pc:spChg chg="mod">
          <ac:chgData name="NUR HANAN BINTI HAMDAN" userId="611587a3-4fba-4630-aec7-8c82a5204456" providerId="ADAL" clId="{2AC34E7B-6C1E-4DA6-825C-8A4937CF5A27}" dt="2026-04-20T04:58:57.144" v="4442" actId="20577"/>
          <ac:spMkLst>
            <pc:docMk/>
            <pc:sldMk cId="4262957845" sldId="317"/>
            <ac:spMk id="313" creationId="{FE18D9AB-A6E7-2CDB-5309-B6DD9A5269D4}"/>
          </ac:spMkLst>
        </pc:spChg>
      </pc:sldChg>
      <pc:sldChg chg="modSp add mod">
        <pc:chgData name="NUR HANAN BINTI HAMDAN" userId="611587a3-4fba-4630-aec7-8c82a5204456" providerId="ADAL" clId="{2AC34E7B-6C1E-4DA6-825C-8A4937CF5A27}" dt="2026-04-20T05:00:50.481" v="4580" actId="20577"/>
        <pc:sldMkLst>
          <pc:docMk/>
          <pc:sldMk cId="4044614358" sldId="329"/>
        </pc:sldMkLst>
        <pc:spChg chg="mod">
          <ac:chgData name="NUR HANAN BINTI HAMDAN" userId="611587a3-4fba-4630-aec7-8c82a5204456" providerId="ADAL" clId="{2AC34E7B-6C1E-4DA6-825C-8A4937CF5A27}" dt="2026-04-20T05:00:30.660" v="4549" actId="20577"/>
          <ac:spMkLst>
            <pc:docMk/>
            <pc:sldMk cId="4044614358" sldId="329"/>
            <ac:spMk id="4" creationId="{13D52F76-D1E5-F582-81DF-2CFF903536C2}"/>
          </ac:spMkLst>
        </pc:spChg>
        <pc:spChg chg="mod">
          <ac:chgData name="NUR HANAN BINTI HAMDAN" userId="611587a3-4fba-4630-aec7-8c82a5204456" providerId="ADAL" clId="{2AC34E7B-6C1E-4DA6-825C-8A4937CF5A27}" dt="2026-04-20T05:00:50.481" v="4580" actId="20577"/>
          <ac:spMkLst>
            <pc:docMk/>
            <pc:sldMk cId="4044614358" sldId="329"/>
            <ac:spMk id="21" creationId="{2A06F2A4-B7F1-D08A-64D9-87D674334C4B}"/>
          </ac:spMkLst>
        </pc:spChg>
        <pc:spChg chg="mod">
          <ac:chgData name="NUR HANAN BINTI HAMDAN" userId="611587a3-4fba-4630-aec7-8c82a5204456" providerId="ADAL" clId="{2AC34E7B-6C1E-4DA6-825C-8A4937CF5A27}" dt="2026-04-20T04:59:51.129" v="4511" actId="20577"/>
          <ac:spMkLst>
            <pc:docMk/>
            <pc:sldMk cId="4044614358" sldId="329"/>
            <ac:spMk id="359" creationId="{B02A5E10-586F-E0FC-BCC0-7D8A159A42F4}"/>
          </ac:spMkLst>
        </pc:spChg>
        <pc:spChg chg="mod">
          <ac:chgData name="NUR HANAN BINTI HAMDAN" userId="611587a3-4fba-4630-aec7-8c82a5204456" providerId="ADAL" clId="{2AC34E7B-6C1E-4DA6-825C-8A4937CF5A27}" dt="2026-04-20T04:59:26.061" v="4468" actId="20577"/>
          <ac:spMkLst>
            <pc:docMk/>
            <pc:sldMk cId="4044614358" sldId="329"/>
            <ac:spMk id="360" creationId="{BE799608-4588-33FF-AA65-CD63ABF944E7}"/>
          </ac:spMkLst>
        </pc:spChg>
      </pc:sldChg>
      <pc:sldChg chg="modSp mod">
        <pc:chgData name="NUR HANAN BINTI HAMDAN" userId="611587a3-4fba-4630-aec7-8c82a5204456" providerId="ADAL" clId="{2AC34E7B-6C1E-4DA6-825C-8A4937CF5A27}" dt="2026-04-09T23:31:58.050" v="4090" actId="20577"/>
        <pc:sldMkLst>
          <pc:docMk/>
          <pc:sldMk cId="441510302" sldId="337"/>
        </pc:sldMkLst>
        <pc:spChg chg="mod">
          <ac:chgData name="NUR HANAN BINTI HAMDAN" userId="611587a3-4fba-4630-aec7-8c82a5204456" providerId="ADAL" clId="{2AC34E7B-6C1E-4DA6-825C-8A4937CF5A27}" dt="2026-04-09T23:31:58.050" v="4090" actId="20577"/>
          <ac:spMkLst>
            <pc:docMk/>
            <pc:sldMk cId="441510302" sldId="337"/>
            <ac:spMk id="342" creationId="{F030D97A-2FA3-C6BC-1515-BCFB65FD6850}"/>
          </ac:spMkLst>
        </pc:spChg>
      </pc:sldChg>
      <pc:sldChg chg="addSp delSp modSp mod ord">
        <pc:chgData name="NUR HANAN BINTI HAMDAN" userId="611587a3-4fba-4630-aec7-8c82a5204456" providerId="ADAL" clId="{2AC34E7B-6C1E-4DA6-825C-8A4937CF5A27}" dt="2026-04-09T23:34:45.561" v="4103"/>
        <pc:sldMkLst>
          <pc:docMk/>
          <pc:sldMk cId="2753670350" sldId="339"/>
        </pc:sldMkLst>
      </pc:sldChg>
      <pc:sldChg chg="addSp delSp modSp add mod">
        <pc:chgData name="NUR HANAN BINTI HAMDAN" userId="611587a3-4fba-4630-aec7-8c82a5204456" providerId="ADAL" clId="{2AC34E7B-6C1E-4DA6-825C-8A4937CF5A27}" dt="2026-04-17T00:47:10.924" v="4413" actId="20577"/>
        <pc:sldMkLst>
          <pc:docMk/>
          <pc:sldMk cId="1001117073" sldId="347"/>
        </pc:sldMkLst>
        <pc:spChg chg="mod">
          <ac:chgData name="NUR HANAN BINTI HAMDAN" userId="611587a3-4fba-4630-aec7-8c82a5204456" providerId="ADAL" clId="{2AC34E7B-6C1E-4DA6-825C-8A4937CF5A27}" dt="2026-04-17T00:47:10.924" v="4413" actId="20577"/>
          <ac:spMkLst>
            <pc:docMk/>
            <pc:sldMk cId="1001117073" sldId="347"/>
            <ac:spMk id="342" creationId="{F030D97A-2FA3-C6BC-1515-BCFB65FD6850}"/>
          </ac:spMkLst>
        </pc:spChg>
      </pc:sldChg>
      <pc:sldChg chg="add ord">
        <pc:chgData name="NUR HANAN BINTI HAMDAN" userId="611587a3-4fba-4630-aec7-8c82a5204456" providerId="ADAL" clId="{2AC34E7B-6C1E-4DA6-825C-8A4937CF5A27}" dt="2026-04-09T23:34:49.289" v="4105"/>
        <pc:sldMkLst>
          <pc:docMk/>
          <pc:sldMk cId="1207897541" sldId="348"/>
        </pc:sldMkLst>
      </pc:sldChg>
      <pc:sldChg chg="addSp delSp modSp add mod">
        <pc:chgData name="NUR HANAN BINTI HAMDAN" userId="611587a3-4fba-4630-aec7-8c82a5204456" providerId="ADAL" clId="{2AC34E7B-6C1E-4DA6-825C-8A4937CF5A27}" dt="2026-04-09T23:35:11.045" v="4106" actId="478"/>
        <pc:sldMkLst>
          <pc:docMk/>
          <pc:sldMk cId="266573452" sldId="350"/>
        </pc:sldMkLst>
      </pc:sldChg>
      <pc:sldChg chg="delSp modSp add mod ord">
        <pc:chgData name="NUR HANAN BINTI HAMDAN" userId="611587a3-4fba-4630-aec7-8c82a5204456" providerId="ADAL" clId="{2AC34E7B-6C1E-4DA6-825C-8A4937CF5A27}" dt="2026-04-09T23:34:35.726" v="4099"/>
        <pc:sldMkLst>
          <pc:docMk/>
          <pc:sldMk cId="2831274821" sldId="351"/>
        </pc:sldMkLst>
      </pc:sldChg>
      <pc:sldChg chg="addSp delSp modSp add mod ord">
        <pc:chgData name="NUR HANAN BINTI HAMDAN" userId="611587a3-4fba-4630-aec7-8c82a5204456" providerId="ADAL" clId="{2AC34E7B-6C1E-4DA6-825C-8A4937CF5A27}" dt="2026-04-09T23:34:39.905" v="4101"/>
        <pc:sldMkLst>
          <pc:docMk/>
          <pc:sldMk cId="3341078998" sldId="354"/>
        </pc:sldMkLst>
      </pc:sldChg>
      <pc:sldMasterChg chg="delSldLayout">
        <pc:chgData name="NUR HANAN BINTI HAMDAN" userId="611587a3-4fba-4630-aec7-8c82a5204456" providerId="ADAL" clId="{2AC34E7B-6C1E-4DA6-825C-8A4937CF5A27}" dt="2026-04-09T23:30:34.959" v="4025" actId="47"/>
        <pc:sldMasterMkLst>
          <pc:docMk/>
          <pc:sldMasterMk cId="0" sldId="214748367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A0352CF5-C1BB-4710-E231-17A39CDE3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d431007ba2_0_208:notes">
            <a:extLst>
              <a:ext uri="{FF2B5EF4-FFF2-40B4-BE49-F238E27FC236}">
                <a16:creationId xmlns:a16="http://schemas.microsoft.com/office/drawing/2014/main" id="{19281579-F614-DCDB-0D60-C0A9C81EE5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d431007ba2_0_208:notes">
            <a:extLst>
              <a:ext uri="{FF2B5EF4-FFF2-40B4-BE49-F238E27FC236}">
                <a16:creationId xmlns:a16="http://schemas.microsoft.com/office/drawing/2014/main" id="{FD5A505F-5F45-3B0F-E53F-D24558C110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783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>
          <a:extLst>
            <a:ext uri="{FF2B5EF4-FFF2-40B4-BE49-F238E27FC236}">
              <a16:creationId xmlns:a16="http://schemas.microsoft.com/office/drawing/2014/main" id="{0A176B18-7F7F-58C1-E2DB-E9F57586E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54dda1946d_6_332:notes">
            <a:extLst>
              <a:ext uri="{FF2B5EF4-FFF2-40B4-BE49-F238E27FC236}">
                <a16:creationId xmlns:a16="http://schemas.microsoft.com/office/drawing/2014/main" id="{E0D4945E-D400-BFDE-634B-766D3A9BEA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54dda1946d_6_332:notes">
            <a:extLst>
              <a:ext uri="{FF2B5EF4-FFF2-40B4-BE49-F238E27FC236}">
                <a16:creationId xmlns:a16="http://schemas.microsoft.com/office/drawing/2014/main" id="{D732A31A-B680-6524-A4F9-7CE4B191D1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8697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>
          <a:extLst>
            <a:ext uri="{FF2B5EF4-FFF2-40B4-BE49-F238E27FC236}">
              <a16:creationId xmlns:a16="http://schemas.microsoft.com/office/drawing/2014/main" id="{85C490FC-443B-4D25-203D-027A451B2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54dda1946d_6_308:notes">
            <a:extLst>
              <a:ext uri="{FF2B5EF4-FFF2-40B4-BE49-F238E27FC236}">
                <a16:creationId xmlns:a16="http://schemas.microsoft.com/office/drawing/2014/main" id="{0BDE2BB6-D9A6-612A-09C4-443D46A79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54dda1946d_6_308:notes">
            <a:extLst>
              <a:ext uri="{FF2B5EF4-FFF2-40B4-BE49-F238E27FC236}">
                <a16:creationId xmlns:a16="http://schemas.microsoft.com/office/drawing/2014/main" id="{78C3E703-DD1C-1002-0061-69069F0F7D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0399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A0352CF5-C1BB-4710-E231-17A39CDE3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d431007ba2_0_208:notes">
            <a:extLst>
              <a:ext uri="{FF2B5EF4-FFF2-40B4-BE49-F238E27FC236}">
                <a16:creationId xmlns:a16="http://schemas.microsoft.com/office/drawing/2014/main" id="{19281579-F614-DCDB-0D60-C0A9C81EE5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d431007ba2_0_208:notes">
            <a:extLst>
              <a:ext uri="{FF2B5EF4-FFF2-40B4-BE49-F238E27FC236}">
                <a16:creationId xmlns:a16="http://schemas.microsoft.com/office/drawing/2014/main" id="{FD5A505F-5F45-3B0F-E53F-D24558C110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783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E9BCB758-22C0-04F1-91E7-B7D883373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4dda1946d_6_322:notes">
            <a:extLst>
              <a:ext uri="{FF2B5EF4-FFF2-40B4-BE49-F238E27FC236}">
                <a16:creationId xmlns:a16="http://schemas.microsoft.com/office/drawing/2014/main" id="{A62F508D-35A4-AEBE-A288-A6793A70EA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4dda1946d_6_322:notes">
            <a:extLst>
              <a:ext uri="{FF2B5EF4-FFF2-40B4-BE49-F238E27FC236}">
                <a16:creationId xmlns:a16="http://schemas.microsoft.com/office/drawing/2014/main" id="{0E20A5D4-F2F1-5428-FD4D-2968486172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5182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E9BCB758-22C0-04F1-91E7-B7D883373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4dda1946d_6_322:notes">
            <a:extLst>
              <a:ext uri="{FF2B5EF4-FFF2-40B4-BE49-F238E27FC236}">
                <a16:creationId xmlns:a16="http://schemas.microsoft.com/office/drawing/2014/main" id="{A62F508D-35A4-AEBE-A288-A6793A70EA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4dda1946d_6_322:notes">
            <a:extLst>
              <a:ext uri="{FF2B5EF4-FFF2-40B4-BE49-F238E27FC236}">
                <a16:creationId xmlns:a16="http://schemas.microsoft.com/office/drawing/2014/main" id="{0E20A5D4-F2F1-5428-FD4D-2968486172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51825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6249A455-FAFD-274A-E022-715C38121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4dda1946d_6_322:notes">
            <a:extLst>
              <a:ext uri="{FF2B5EF4-FFF2-40B4-BE49-F238E27FC236}">
                <a16:creationId xmlns:a16="http://schemas.microsoft.com/office/drawing/2014/main" id="{22AEC2E3-43CD-222D-5B9D-F7A2F9F01C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4dda1946d_6_322:notes">
            <a:extLst>
              <a:ext uri="{FF2B5EF4-FFF2-40B4-BE49-F238E27FC236}">
                <a16:creationId xmlns:a16="http://schemas.microsoft.com/office/drawing/2014/main" id="{611234F8-EA87-57E1-9948-BCE8A1F3A5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62126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1" name="Google Shape;7991;g1e7f3938c53_0_176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2" name="Google Shape;7992;g1e7f3938c53_0_176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6825" y="1613"/>
            <a:ext cx="9163538" cy="5147081"/>
            <a:chOff x="-21325" y="-6819"/>
            <a:chExt cx="9163538" cy="514708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626712" y="4610687"/>
              <a:ext cx="6515501" cy="529575"/>
              <a:chOff x="2626712" y="4610687"/>
              <a:chExt cx="6515501" cy="52957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26712" y="4610687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840980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" name="Google Shape;16;p2"/>
            <p:cNvGrpSpPr/>
            <p:nvPr/>
          </p:nvGrpSpPr>
          <p:grpSpPr>
            <a:xfrm>
              <a:off x="-21325" y="-6819"/>
              <a:ext cx="6523526" cy="536050"/>
              <a:chOff x="-21325" y="-6819"/>
              <a:chExt cx="6523526" cy="536050"/>
            </a:xfrm>
          </p:grpSpPr>
          <p:pic>
            <p:nvPicPr>
              <p:cNvPr id="17" name="Google Shape;17;p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-21325" y="-6819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18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43800" y="239786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" name="Google Shape;19;p2"/>
          <p:cNvGrpSpPr/>
          <p:nvPr/>
        </p:nvGrpSpPr>
        <p:grpSpPr>
          <a:xfrm>
            <a:off x="-6819" y="-7400"/>
            <a:ext cx="9157637" cy="5158300"/>
            <a:chOff x="0" y="0"/>
            <a:chExt cx="9157637" cy="5158300"/>
          </a:xfrm>
        </p:grpSpPr>
        <p:pic>
          <p:nvPicPr>
            <p:cNvPr id="20" name="Google Shape;20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906088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1225" y="0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oogle Shape;25;p3"/>
          <p:cNvGrpSpPr/>
          <p:nvPr/>
        </p:nvGrpSpPr>
        <p:grpSpPr>
          <a:xfrm>
            <a:off x="4303195" y="4617494"/>
            <a:ext cx="4845850" cy="529600"/>
            <a:chOff x="4296376" y="4610675"/>
            <a:chExt cx="4845850" cy="529600"/>
          </a:xfrm>
        </p:grpSpPr>
        <p:pic>
          <p:nvPicPr>
            <p:cNvPr id="26" name="Google Shape;26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4296376" y="4610675"/>
              <a:ext cx="4845850" cy="52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4047175" y="2409650"/>
            <a:ext cx="4383600" cy="13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 idx="2" hasCustomPrompt="1"/>
          </p:nvPr>
        </p:nvSpPr>
        <p:spPr>
          <a:xfrm>
            <a:off x="5690275" y="1037350"/>
            <a:ext cx="1097400" cy="109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" name="Google Shape;30;p3"/>
          <p:cNvSpPr>
            <a:spLocks noGrp="1"/>
          </p:cNvSpPr>
          <p:nvPr>
            <p:ph type="pic" idx="3"/>
          </p:nvPr>
        </p:nvSpPr>
        <p:spPr>
          <a:xfrm>
            <a:off x="713225" y="539500"/>
            <a:ext cx="27606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subTitle" idx="1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61" name="Google Shape;6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 rotWithShape="1">
          <a:blip r:embed="rId4">
            <a:alphaModFix/>
          </a:blip>
          <a:srcRect t="129" b="129"/>
          <a:stretch/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64" name="Google Shape;64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3">
            <a:alphaModFix/>
          </a:blip>
          <a:srcRect b="22420"/>
          <a:stretch/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8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72" name="Google Shape;72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" name="Google Shape;81;p9"/>
          <p:cNvGrpSpPr/>
          <p:nvPr/>
        </p:nvGrpSpPr>
        <p:grpSpPr>
          <a:xfrm rot="10800000">
            <a:off x="0" y="2100"/>
            <a:ext cx="4881173" cy="365700"/>
            <a:chOff x="4261050" y="4610675"/>
            <a:chExt cx="4881173" cy="365700"/>
          </a:xfrm>
        </p:grpSpPr>
        <p:pic>
          <p:nvPicPr>
            <p:cNvPr id="82" name="Google Shape;82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17" name="Google Shape;217;p21"/>
          <p:cNvGrpSpPr/>
          <p:nvPr/>
        </p:nvGrpSpPr>
        <p:grpSpPr>
          <a:xfrm>
            <a:off x="0" y="0"/>
            <a:ext cx="6523526" cy="369900"/>
            <a:chOff x="0" y="0"/>
            <a:chExt cx="6523526" cy="369900"/>
          </a:xfrm>
        </p:grpSpPr>
        <p:pic>
          <p:nvPicPr>
            <p:cNvPr id="218" name="Google Shape;218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0" name="Google Shape;220;p21"/>
          <p:cNvGrpSpPr/>
          <p:nvPr/>
        </p:nvGrpSpPr>
        <p:grpSpPr>
          <a:xfrm>
            <a:off x="0" y="0"/>
            <a:ext cx="9144000" cy="5143512"/>
            <a:chOff x="0" y="0"/>
            <a:chExt cx="9144000" cy="5143512"/>
          </a:xfrm>
        </p:grpSpPr>
        <p:pic>
          <p:nvPicPr>
            <p:cNvPr id="221" name="Google Shape;221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8"/>
          <p:cNvPicPr preferRelativeResize="0"/>
          <p:nvPr/>
        </p:nvPicPr>
        <p:blipFill rotWithShape="1">
          <a:blip r:embed="rId3">
            <a:alphaModFix/>
          </a:blip>
          <a:srcRect t="129" b="129"/>
          <a:stretch/>
        </p:blipFill>
        <p:spPr>
          <a:xfrm rot="-5400000">
            <a:off x="-145124" y="3582752"/>
            <a:ext cx="1716695" cy="1307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6088" y="-1365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3" name="Google Shape;283;p28"/>
          <p:cNvGrpSpPr/>
          <p:nvPr/>
        </p:nvGrpSpPr>
        <p:grpSpPr>
          <a:xfrm>
            <a:off x="0" y="-13638"/>
            <a:ext cx="8878852" cy="4923618"/>
            <a:chOff x="0" y="-13638"/>
            <a:chExt cx="8878852" cy="4923618"/>
          </a:xfrm>
        </p:grpSpPr>
        <p:pic>
          <p:nvPicPr>
            <p:cNvPr id="284" name="Google Shape;284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5" name="Google Shape;285;p28"/>
            <p:cNvGrpSpPr/>
            <p:nvPr/>
          </p:nvGrpSpPr>
          <p:grpSpPr>
            <a:xfrm>
              <a:off x="0" y="-13638"/>
              <a:ext cx="6523526" cy="536050"/>
              <a:chOff x="0" y="-13638"/>
              <a:chExt cx="6523526" cy="536050"/>
            </a:xfrm>
          </p:grpSpPr>
          <p:pic>
            <p:nvPicPr>
              <p:cNvPr id="286" name="Google Shape;286;p28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0" y="-13638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7" name="Google Shape;287;p2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65125" y="2329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9"/>
          <p:cNvPicPr preferRelativeResize="0"/>
          <p:nvPr/>
        </p:nvPicPr>
        <p:blipFill rotWithShape="1">
          <a:blip r:embed="rId3">
            <a:alphaModFix/>
          </a:blip>
          <a:srcRect l="73637" t="129" b="129"/>
          <a:stretch/>
        </p:blipFill>
        <p:spPr>
          <a:xfrm>
            <a:off x="8632789" y="38875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" name="Google Shape;291;p29"/>
          <p:cNvGrpSpPr/>
          <p:nvPr/>
        </p:nvGrpSpPr>
        <p:grpSpPr>
          <a:xfrm>
            <a:off x="-26" y="-20456"/>
            <a:ext cx="972776" cy="5162894"/>
            <a:chOff x="-26" y="-20456"/>
            <a:chExt cx="972776" cy="5162894"/>
          </a:xfrm>
        </p:grpSpPr>
        <p:pic>
          <p:nvPicPr>
            <p:cNvPr id="292" name="Google Shape;29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25" y="-20456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 flipH="1">
              <a:off x="-26" y="416966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4" name="Google Shape;294;p29"/>
          <p:cNvGrpSpPr/>
          <p:nvPr/>
        </p:nvGrpSpPr>
        <p:grpSpPr>
          <a:xfrm rot="10800000">
            <a:off x="5368113" y="4784100"/>
            <a:ext cx="3789523" cy="359400"/>
            <a:chOff x="-13638" y="0"/>
            <a:chExt cx="3789523" cy="359400"/>
          </a:xfrm>
        </p:grpSpPr>
        <p:pic>
          <p:nvPicPr>
            <p:cNvPr id="295" name="Google Shape;295;p2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13638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3553500" y="3054555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3553500" y="1649136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3"/>
          </p:nvPr>
        </p:nvSpPr>
        <p:spPr>
          <a:xfrm>
            <a:off x="1859700" y="1649136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4"/>
          </p:nvPr>
        </p:nvSpPr>
        <p:spPr>
          <a:xfrm>
            <a:off x="1859700" y="3054549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 rot="10800000">
            <a:off x="2620475" y="4773475"/>
            <a:ext cx="6523526" cy="369900"/>
            <a:chOff x="0" y="0"/>
            <a:chExt cx="6523526" cy="369900"/>
          </a:xfrm>
        </p:grpSpPr>
        <p:pic>
          <p:nvPicPr>
            <p:cNvPr id="48" name="Google Shape;48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0" name="Google Shape;50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170737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957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67" r:id="rId8"/>
    <p:sldLayoutId id="2147483674" r:id="rId9"/>
    <p:sldLayoutId id="2147483675" r:id="rId10"/>
    <p:sldLayoutId id="214748368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0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99" name="Google Shape;299;p30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arugoto.jpf.go.jp/assets/docs/download/starter_a/MarugotoStarterWordbook_EN.pdf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marugoto.jpf.go.jp/assets/docs/download/starter_a/MarugotoStarterWordbook_EN.pdf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3"/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BASIC JAPANESE LANGUAGE 1</a:t>
            </a:r>
            <a:endParaRPr dirty="0"/>
          </a:p>
        </p:txBody>
      </p:sp>
      <p:sp>
        <p:nvSpPr>
          <p:cNvPr id="308" name="Google Shape;308;p33"/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GLT1031 (WEEK 7)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A5EC3B8E-48CB-3A5F-0079-5C1F54434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4">
            <a:extLst>
              <a:ext uri="{FF2B5EF4-FFF2-40B4-BE49-F238E27FC236}">
                <a16:creationId xmlns:a16="http://schemas.microsoft.com/office/drawing/2014/main" id="{FE18D9AB-A6E7-2CDB-5309-B6DD9A5269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PREVIOUS LESSON</a:t>
            </a:r>
            <a:endParaRPr dirty="0"/>
          </a:p>
        </p:txBody>
      </p:sp>
      <p:graphicFrame>
        <p:nvGraphicFramePr>
          <p:cNvPr id="314" name="Google Shape;314;p34">
            <a:extLst>
              <a:ext uri="{FF2B5EF4-FFF2-40B4-BE49-F238E27FC236}">
                <a16:creationId xmlns:a16="http://schemas.microsoft.com/office/drawing/2014/main" id="{9F96893F-71C5-3EFF-BE12-C40B924F4B73}"/>
              </a:ext>
            </a:extLst>
          </p:cNvPr>
          <p:cNvGraphicFramePr/>
          <p:nvPr/>
        </p:nvGraphicFramePr>
        <p:xfrm>
          <a:off x="720000" y="1423284"/>
          <a:ext cx="7704000" cy="2973787"/>
        </p:xfrm>
        <a:graphic>
          <a:graphicData uri="http://schemas.openxmlformats.org/drawingml/2006/table">
            <a:tbl>
              <a:tblPr>
                <a:noFill/>
                <a:tableStyleId>{37ECED31-040B-4B96-B264-8210C48EDFA1}</a:tableStyleId>
              </a:tblPr>
              <a:tblGrid>
                <a:gridCol w="230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8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55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sng" dirty="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About topic :</a:t>
                      </a:r>
                      <a:endParaRPr sz="1400" b="1" u="sng" dirty="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 talk briefly about your family</a:t>
                      </a:r>
                      <a:endParaRPr sz="14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82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sng" dirty="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Grammar :</a:t>
                      </a:r>
                      <a:endParaRPr sz="1400" b="1" u="sng" dirty="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+mj-lt"/>
                        <a:buAutoNum type="arabicPeriod"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A. Mention how many family member do you have          </a:t>
                      </a:r>
                      <a:r>
                        <a:rPr lang="en-US" altLang="ja-JP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B. W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ho are they</a:t>
                      </a:r>
                      <a:r>
                        <a:rPr lang="ja-JP" alt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r>
                        <a:rPr lang="en-US" altLang="ja-JP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(particle </a:t>
                      </a:r>
                      <a:r>
                        <a:rPr lang="ja-JP" alt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と</a:t>
                      </a:r>
                      <a:r>
                        <a:rPr lang="en-US" altLang="ja-JP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)</a:t>
                      </a:r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+mj-lt"/>
                        <a:buAutoNum type="arabicPeriod"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Information about your family member (name, 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age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, occupation, nationality)</a:t>
                      </a:r>
                      <a:r>
                        <a:rPr lang="ja-JP" alt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　</a:t>
                      </a:r>
                      <a:endParaRPr lang="en-US" sz="14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+mj-lt"/>
                        <a:buAutoNum type="arabicPeriod"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Mention where they lives</a:t>
                      </a: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2957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>
          <a:extLst>
            <a:ext uri="{FF2B5EF4-FFF2-40B4-BE49-F238E27FC236}">
              <a16:creationId xmlns:a16="http://schemas.microsoft.com/office/drawing/2014/main" id="{4C9157CD-5DBE-6E2F-DE34-8F709F4C6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8">
            <a:extLst>
              <a:ext uri="{FF2B5EF4-FFF2-40B4-BE49-F238E27FC236}">
                <a16:creationId xmlns:a16="http://schemas.microsoft.com/office/drawing/2014/main" id="{E432208E-F9D9-7C50-AB9F-5B4D76BF2802}"/>
              </a:ext>
            </a:extLst>
          </p:cNvPr>
          <p:cNvSpPr/>
          <p:nvPr/>
        </p:nvSpPr>
        <p:spPr>
          <a:xfrm>
            <a:off x="886800" y="1386743"/>
            <a:ext cx="820652" cy="47585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6" name="Google Shape;356;p38">
            <a:extLst>
              <a:ext uri="{FF2B5EF4-FFF2-40B4-BE49-F238E27FC236}">
                <a16:creationId xmlns:a16="http://schemas.microsoft.com/office/drawing/2014/main" id="{687B0115-68BA-2515-1F98-6B861EF56F01}"/>
              </a:ext>
            </a:extLst>
          </p:cNvPr>
          <p:cNvSpPr/>
          <p:nvPr/>
        </p:nvSpPr>
        <p:spPr>
          <a:xfrm>
            <a:off x="878853" y="2204484"/>
            <a:ext cx="820652" cy="47585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7" name="Google Shape;357;p38">
            <a:extLst>
              <a:ext uri="{FF2B5EF4-FFF2-40B4-BE49-F238E27FC236}">
                <a16:creationId xmlns:a16="http://schemas.microsoft.com/office/drawing/2014/main" id="{84EB512F-6298-1737-9CD8-554147B995E3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935151" y="2204484"/>
            <a:ext cx="1399439" cy="4758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G2</a:t>
            </a:r>
            <a:endParaRPr dirty="0"/>
          </a:p>
        </p:txBody>
      </p:sp>
      <p:sp>
        <p:nvSpPr>
          <p:cNvPr id="358" name="Google Shape;358;p38">
            <a:extLst>
              <a:ext uri="{FF2B5EF4-FFF2-40B4-BE49-F238E27FC236}">
                <a16:creationId xmlns:a16="http://schemas.microsoft.com/office/drawing/2014/main" id="{087C720F-3A6C-EA74-23C2-2CA3392CCC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dirty="0"/>
              <a:t>復習しましょう・ふくしゅうしましょう</a:t>
            </a:r>
            <a:endParaRPr dirty="0"/>
          </a:p>
        </p:txBody>
      </p:sp>
      <p:sp>
        <p:nvSpPr>
          <p:cNvPr id="359" name="Google Shape;359;p38">
            <a:extLst>
              <a:ext uri="{FF2B5EF4-FFF2-40B4-BE49-F238E27FC236}">
                <a16:creationId xmlns:a16="http://schemas.microsoft.com/office/drawing/2014/main" id="{B02A5E10-586F-E0FC-BCC0-7D8A159A42F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28950" y="2204490"/>
            <a:ext cx="4628249" cy="4758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600" dirty="0"/>
              <a:t>だれですか</a:t>
            </a:r>
            <a:endParaRPr lang="en-US" altLang="ja-JP" sz="1600" dirty="0"/>
          </a:p>
        </p:txBody>
      </p:sp>
      <p:sp>
        <p:nvSpPr>
          <p:cNvPr id="360" name="Google Shape;360;p38">
            <a:extLst>
              <a:ext uri="{FF2B5EF4-FFF2-40B4-BE49-F238E27FC236}">
                <a16:creationId xmlns:a16="http://schemas.microsoft.com/office/drawing/2014/main" id="{BE799608-4588-33FF-AA65-CD63ABF944E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36900" y="1386743"/>
            <a:ext cx="4346214" cy="4758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600" dirty="0"/>
              <a:t>かぞくはなんにんですか</a:t>
            </a:r>
            <a:endParaRPr lang="en-US" altLang="ja-JP" sz="1600" dirty="0"/>
          </a:p>
        </p:txBody>
      </p:sp>
      <p:sp>
        <p:nvSpPr>
          <p:cNvPr id="361" name="Google Shape;361;p38">
            <a:extLst>
              <a:ext uri="{FF2B5EF4-FFF2-40B4-BE49-F238E27FC236}">
                <a16:creationId xmlns:a16="http://schemas.microsoft.com/office/drawing/2014/main" id="{8E1F0105-B9B0-B448-EEE6-5ED21B32FB64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943100" y="1386743"/>
            <a:ext cx="1399439" cy="4758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G1</a:t>
            </a:r>
            <a:endParaRPr dirty="0"/>
          </a:p>
        </p:txBody>
      </p:sp>
      <p:sp>
        <p:nvSpPr>
          <p:cNvPr id="19" name="Google Shape;356;p38">
            <a:extLst>
              <a:ext uri="{FF2B5EF4-FFF2-40B4-BE49-F238E27FC236}">
                <a16:creationId xmlns:a16="http://schemas.microsoft.com/office/drawing/2014/main" id="{A29F2A5B-04D0-7DA0-6B86-C9C19DFD2F50}"/>
              </a:ext>
            </a:extLst>
          </p:cNvPr>
          <p:cNvSpPr/>
          <p:nvPr/>
        </p:nvSpPr>
        <p:spPr>
          <a:xfrm>
            <a:off x="878853" y="3042971"/>
            <a:ext cx="820652" cy="47585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Google Shape;357;p38">
            <a:extLst>
              <a:ext uri="{FF2B5EF4-FFF2-40B4-BE49-F238E27FC236}">
                <a16:creationId xmlns:a16="http://schemas.microsoft.com/office/drawing/2014/main" id="{105745DA-DCD6-407A-C20F-E9E37B9509E0}"/>
              </a:ext>
            </a:extLst>
          </p:cNvPr>
          <p:cNvSpPr txBox="1">
            <a:spLocks/>
          </p:cNvSpPr>
          <p:nvPr/>
        </p:nvSpPr>
        <p:spPr>
          <a:xfrm>
            <a:off x="1935151" y="3042971"/>
            <a:ext cx="1399439" cy="475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en-US" dirty="0"/>
              <a:t>G3</a:t>
            </a:r>
          </a:p>
        </p:txBody>
      </p:sp>
      <p:sp>
        <p:nvSpPr>
          <p:cNvPr id="21" name="Google Shape;359;p38">
            <a:extLst>
              <a:ext uri="{FF2B5EF4-FFF2-40B4-BE49-F238E27FC236}">
                <a16:creationId xmlns:a16="http://schemas.microsoft.com/office/drawing/2014/main" id="{2A06F2A4-B7F1-D08A-64D9-87D674334C4B}"/>
              </a:ext>
            </a:extLst>
          </p:cNvPr>
          <p:cNvSpPr txBox="1">
            <a:spLocks/>
          </p:cNvSpPr>
          <p:nvPr/>
        </p:nvSpPr>
        <p:spPr>
          <a:xfrm>
            <a:off x="3636900" y="3042971"/>
            <a:ext cx="4346214" cy="475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ja-JP" altLang="en-US" sz="1600" dirty="0"/>
              <a:t>＿＿＿のなまえはなんですか</a:t>
            </a:r>
            <a:endParaRPr lang="en-US" altLang="ja-JP" sz="1600" dirty="0"/>
          </a:p>
        </p:txBody>
      </p:sp>
      <p:sp>
        <p:nvSpPr>
          <p:cNvPr id="2" name="Google Shape;356;p38">
            <a:extLst>
              <a:ext uri="{FF2B5EF4-FFF2-40B4-BE49-F238E27FC236}">
                <a16:creationId xmlns:a16="http://schemas.microsoft.com/office/drawing/2014/main" id="{993D5246-051A-EDF9-CD89-EF4B8CF233D5}"/>
              </a:ext>
            </a:extLst>
          </p:cNvPr>
          <p:cNvSpPr/>
          <p:nvPr/>
        </p:nvSpPr>
        <p:spPr>
          <a:xfrm>
            <a:off x="886800" y="3881452"/>
            <a:ext cx="820652" cy="47585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357;p38">
            <a:extLst>
              <a:ext uri="{FF2B5EF4-FFF2-40B4-BE49-F238E27FC236}">
                <a16:creationId xmlns:a16="http://schemas.microsoft.com/office/drawing/2014/main" id="{59D584B5-F196-8370-5F40-EA7DA5CEE184}"/>
              </a:ext>
            </a:extLst>
          </p:cNvPr>
          <p:cNvSpPr txBox="1">
            <a:spLocks/>
          </p:cNvSpPr>
          <p:nvPr/>
        </p:nvSpPr>
        <p:spPr>
          <a:xfrm>
            <a:off x="1943098" y="3881452"/>
            <a:ext cx="1399439" cy="475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en-US" dirty="0"/>
              <a:t>G4</a:t>
            </a:r>
          </a:p>
        </p:txBody>
      </p:sp>
      <p:sp>
        <p:nvSpPr>
          <p:cNvPr id="4" name="Google Shape;359;p38">
            <a:extLst>
              <a:ext uri="{FF2B5EF4-FFF2-40B4-BE49-F238E27FC236}">
                <a16:creationId xmlns:a16="http://schemas.microsoft.com/office/drawing/2014/main" id="{13D52F76-D1E5-F582-81DF-2CFF903536C2}"/>
              </a:ext>
            </a:extLst>
          </p:cNvPr>
          <p:cNvSpPr txBox="1">
            <a:spLocks/>
          </p:cNvSpPr>
          <p:nvPr/>
        </p:nvSpPr>
        <p:spPr>
          <a:xfrm>
            <a:off x="3628358" y="3881452"/>
            <a:ext cx="4628842" cy="475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ja-JP" altLang="en-US" sz="1600" dirty="0"/>
              <a:t>かぞくはどこにすんでいますか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44614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>
          <a:extLst>
            <a:ext uri="{FF2B5EF4-FFF2-40B4-BE49-F238E27FC236}">
              <a16:creationId xmlns:a16="http://schemas.microsoft.com/office/drawing/2014/main" id="{D4FFFC90-12F8-04C4-64AA-5A8AEAAAA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7">
            <a:extLst>
              <a:ext uri="{FF2B5EF4-FFF2-40B4-BE49-F238E27FC236}">
                <a16:creationId xmlns:a16="http://schemas.microsoft.com/office/drawing/2014/main" id="{59CB3556-1205-3131-2887-2F539F4223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29" b="129"/>
          <a:stretch/>
        </p:blipFill>
        <p:spPr>
          <a:xfrm rot="10800000">
            <a:off x="267780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7">
            <a:extLst>
              <a:ext uri="{FF2B5EF4-FFF2-40B4-BE49-F238E27FC236}">
                <a16:creationId xmlns:a16="http://schemas.microsoft.com/office/drawing/2014/main" id="{BBC332E9-AFCE-8EF7-3F02-11A165BA9D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67661" y="2462705"/>
            <a:ext cx="5096826" cy="13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800" dirty="0"/>
              <a:t>わたしはすしがすきです</a:t>
            </a:r>
            <a:br>
              <a:rPr lang="en-US" altLang="ja-JP" sz="3200" dirty="0"/>
            </a:br>
            <a:r>
              <a:rPr lang="en-US" altLang="ja-JP" sz="3200" dirty="0"/>
              <a:t>I like sushi</a:t>
            </a:r>
            <a:endParaRPr sz="32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49" name="Google Shape;349;p37">
            <a:extLst>
              <a:ext uri="{FF2B5EF4-FFF2-40B4-BE49-F238E27FC236}">
                <a16:creationId xmlns:a16="http://schemas.microsoft.com/office/drawing/2014/main" id="{4B6E9712-6323-4676-9020-6434A9245AB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6038869" y="1308420"/>
            <a:ext cx="954410" cy="98155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5</a:t>
            </a:r>
            <a:endParaRPr sz="4800" dirty="0"/>
          </a:p>
        </p:txBody>
      </p:sp>
      <p:pic>
        <p:nvPicPr>
          <p:cNvPr id="350" name="Google Shape;350;p37">
            <a:extLst>
              <a:ext uri="{FF2B5EF4-FFF2-40B4-BE49-F238E27FC236}">
                <a16:creationId xmlns:a16="http://schemas.microsoft.com/office/drawing/2014/main" id="{C1B8F481-4897-244D-BD47-5C0964CF78BD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>
          <a:blip r:embed="rId4"/>
          <a:srcRect l="23212" r="23212"/>
          <a:stretch/>
        </p:blipFill>
        <p:spPr>
          <a:xfrm>
            <a:off x="713225" y="405213"/>
            <a:ext cx="3171675" cy="4333073"/>
          </a:xfrm>
          <a:prstGeom prst="round2DiagRect">
            <a:avLst>
              <a:gd name="adj1" fmla="val 0"/>
              <a:gd name="adj2" fmla="val 50000"/>
            </a:avLst>
          </a:prstGeom>
        </p:spPr>
      </p:pic>
    </p:spTree>
    <p:extLst>
      <p:ext uri="{BB962C8B-B14F-4D97-AF65-F5344CB8AC3E}">
        <p14:creationId xmlns:p14="http://schemas.microsoft.com/office/powerpoint/2010/main" val="759764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A5EC3B8E-48CB-3A5F-0079-5C1F54434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4">
            <a:extLst>
              <a:ext uri="{FF2B5EF4-FFF2-40B4-BE49-F238E27FC236}">
                <a16:creationId xmlns:a16="http://schemas.microsoft.com/office/drawing/2014/main" id="{FE18D9AB-A6E7-2CDB-5309-B6DD9A5269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CONTENTS OF THIS LESSON</a:t>
            </a:r>
            <a:endParaRPr dirty="0"/>
          </a:p>
        </p:txBody>
      </p:sp>
      <p:graphicFrame>
        <p:nvGraphicFramePr>
          <p:cNvPr id="314" name="Google Shape;314;p34">
            <a:extLst>
              <a:ext uri="{FF2B5EF4-FFF2-40B4-BE49-F238E27FC236}">
                <a16:creationId xmlns:a16="http://schemas.microsoft.com/office/drawing/2014/main" id="{9F96893F-71C5-3EFF-BE12-C40B924F4B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8000196"/>
              </p:ext>
            </p:extLst>
          </p:nvPr>
        </p:nvGraphicFramePr>
        <p:xfrm>
          <a:off x="720000" y="1423284"/>
          <a:ext cx="7704000" cy="2973787"/>
        </p:xfrm>
        <a:graphic>
          <a:graphicData uri="http://schemas.openxmlformats.org/drawingml/2006/table">
            <a:tbl>
              <a:tblPr>
                <a:noFill/>
                <a:tableStyleId>{37ECED31-040B-4B96-B264-8210C48EDFA1}</a:tableStyleId>
              </a:tblPr>
              <a:tblGrid>
                <a:gridCol w="230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8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55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sng" dirty="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About topic :</a:t>
                      </a:r>
                      <a:endParaRPr sz="1400" b="1" u="sng" dirty="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 talk about your favorite food &amp; breakfast</a:t>
                      </a:r>
                      <a:endParaRPr sz="14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82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sng" dirty="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Grammar :</a:t>
                      </a:r>
                      <a:endParaRPr sz="1400" b="1" u="sng" dirty="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+mj-lt"/>
                        <a:buAutoNum type="arabicPeriod"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Talk about likes &amp; dislikes (general)</a:t>
                      </a:r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+mj-lt"/>
                        <a:buAutoNum type="arabicPeriod"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Talk about actions such as what one eats or drinks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Say how frequently the action is done</a:t>
                      </a: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3713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8FF02888-50B2-79FC-E5F3-42C790703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>
            <a:extLst>
              <a:ext uri="{FF2B5EF4-FFF2-40B4-BE49-F238E27FC236}">
                <a16:creationId xmlns:a16="http://schemas.microsoft.com/office/drawing/2014/main" id="{696B4C36-BD26-8265-DE6E-7DA7EF65E2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30337"/>
            <a:ext cx="4294800" cy="6663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GRAMMAR PART </a:t>
            </a:r>
            <a:endParaRPr sz="2400" dirty="0"/>
          </a:p>
        </p:txBody>
      </p:sp>
      <p:sp>
        <p:nvSpPr>
          <p:cNvPr id="342" name="Google Shape;342;p36">
            <a:extLst>
              <a:ext uri="{FF2B5EF4-FFF2-40B4-BE49-F238E27FC236}">
                <a16:creationId xmlns:a16="http://schemas.microsoft.com/office/drawing/2014/main" id="{F030D97A-2FA3-C6BC-1515-BCFB65FD685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1196670"/>
            <a:ext cx="5502303" cy="3514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spcBef>
                <a:spcPts val="1000"/>
              </a:spcBef>
              <a:buNone/>
            </a:pPr>
            <a:r>
              <a:rPr lang="ja-JP" altLang="en-US" sz="1300" dirty="0"/>
              <a:t>① 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Talk about likes &amp; dislikes</a:t>
            </a:r>
            <a:r>
              <a:rPr lang="ja-JP" altLang="en-US" sz="1300" dirty="0"/>
              <a:t> </a:t>
            </a:r>
            <a:r>
              <a:rPr lang="en-US" altLang="ja-JP" sz="1300" dirty="0"/>
              <a:t>(general)</a:t>
            </a:r>
          </a:p>
          <a:p>
            <a:pPr marL="152400" indent="0">
              <a:spcBef>
                <a:spcPts val="1000"/>
              </a:spcBef>
              <a:buNone/>
            </a:pPr>
            <a:endParaRPr lang="en-US" altLang="ja-JP" sz="1300" dirty="0"/>
          </a:p>
          <a:p>
            <a:pPr marL="152400" indent="0">
              <a:spcBef>
                <a:spcPts val="1000"/>
              </a:spcBef>
              <a:buNone/>
            </a:pPr>
            <a:r>
              <a:rPr lang="ja-JP" altLang="en-US" sz="1300" dirty="0"/>
              <a:t>すきです </a:t>
            </a:r>
            <a:r>
              <a:rPr lang="en-US" altLang="ja-JP" sz="1300" dirty="0"/>
              <a:t>(adj)</a:t>
            </a:r>
            <a:r>
              <a:rPr lang="ja-JP" altLang="en-US" sz="1300" dirty="0"/>
              <a:t> </a:t>
            </a:r>
            <a:r>
              <a:rPr lang="en-US" altLang="ja-JP" sz="1300" dirty="0"/>
              <a:t>– like</a:t>
            </a:r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altLang="ja-JP" sz="13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6A3965C0-859F-B1FF-5646-72F9FB2CFF6E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7449" t="18732" r="28341" b="11009"/>
          <a:stretch/>
        </p:blipFill>
        <p:spPr>
          <a:xfrm>
            <a:off x="3983368" y="530337"/>
            <a:ext cx="5160632" cy="4613164"/>
          </a:xfrm>
        </p:spPr>
      </p:pic>
    </p:spTree>
    <p:extLst>
      <p:ext uri="{BB962C8B-B14F-4D97-AF65-F5344CB8AC3E}">
        <p14:creationId xmlns:p14="http://schemas.microsoft.com/office/powerpoint/2010/main" val="441510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C44E7-E653-D6C3-3983-8476ACFB4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1E2E37-BA9B-953D-7C90-249F87899E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51" t="22747" r="46944" b="47377"/>
          <a:stretch>
            <a:fillRect/>
          </a:stretch>
        </p:blipFill>
        <p:spPr>
          <a:xfrm>
            <a:off x="-1" y="0"/>
            <a:ext cx="4343957" cy="37848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851A21C-9CB5-3091-69D1-801EC36B5A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51" t="52623" r="46944" b="11454"/>
          <a:stretch>
            <a:fillRect/>
          </a:stretch>
        </p:blipFill>
        <p:spPr>
          <a:xfrm>
            <a:off x="4454054" y="0"/>
            <a:ext cx="4292379" cy="449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670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04ED1-C671-A666-BCC9-75D665859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1CE162D-7B37-3832-1D30-B4A18BBEDF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348" t="30609" r="35131" b="10029"/>
          <a:stretch/>
        </p:blipFill>
        <p:spPr>
          <a:xfrm>
            <a:off x="262094" y="-2"/>
            <a:ext cx="4208167" cy="460380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61B96D0-A7CA-2E35-CD8E-BA8CAC82644F}"/>
              </a:ext>
            </a:extLst>
          </p:cNvPr>
          <p:cNvSpPr txBox="1"/>
          <p:nvPr/>
        </p:nvSpPr>
        <p:spPr>
          <a:xfrm>
            <a:off x="12950" y="4674745"/>
            <a:ext cx="40949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  <a:hlinkClick r:id="rId3"/>
              </a:rPr>
              <a:t>MarugotoStarterWordbook_EN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757F3F-20C3-21F3-3F3C-0689BBA1E2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420" t="28133" r="25583" b="21542"/>
          <a:stretch>
            <a:fillRect/>
          </a:stretch>
        </p:blipFill>
        <p:spPr>
          <a:xfrm>
            <a:off x="4733426" y="-2"/>
            <a:ext cx="4228120" cy="460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078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8FF02888-50B2-79FC-E5F3-42C790703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>
            <a:extLst>
              <a:ext uri="{FF2B5EF4-FFF2-40B4-BE49-F238E27FC236}">
                <a16:creationId xmlns:a16="http://schemas.microsoft.com/office/drawing/2014/main" id="{696B4C36-BD26-8265-DE6E-7DA7EF65E2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30337"/>
            <a:ext cx="4294800" cy="6663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GRAMMAR PART </a:t>
            </a:r>
            <a:endParaRPr sz="2400" dirty="0"/>
          </a:p>
        </p:txBody>
      </p:sp>
      <p:sp>
        <p:nvSpPr>
          <p:cNvPr id="342" name="Google Shape;342;p36">
            <a:extLst>
              <a:ext uri="{FF2B5EF4-FFF2-40B4-BE49-F238E27FC236}">
                <a16:creationId xmlns:a16="http://schemas.microsoft.com/office/drawing/2014/main" id="{F030D97A-2FA3-C6BC-1515-BCFB65FD685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1196670"/>
            <a:ext cx="5502303" cy="3514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spcBef>
                <a:spcPts val="1000"/>
              </a:spcBef>
              <a:buNone/>
            </a:pPr>
            <a:r>
              <a:rPr lang="ja-JP" altLang="en-US" sz="1400" dirty="0"/>
              <a:t>② </a:t>
            </a:r>
            <a:r>
              <a:rPr lang="en-US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Talk about actions such as what </a:t>
            </a:r>
          </a:p>
          <a:p>
            <a:pPr marL="152400" indent="0">
              <a:spcBef>
                <a:spcPts val="1000"/>
              </a:spcBef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one eats or drinks</a:t>
            </a:r>
          </a:p>
          <a:p>
            <a:pPr marL="152400" indent="0">
              <a:spcBef>
                <a:spcPts val="1000"/>
              </a:spcBef>
              <a:buNone/>
            </a:pPr>
            <a:endParaRPr lang="en-US" sz="1400" dirty="0"/>
          </a:p>
          <a:p>
            <a:pPr marL="152400" indent="0">
              <a:spcBef>
                <a:spcPts val="1000"/>
              </a:spcBef>
              <a:buNone/>
            </a:pPr>
            <a:r>
              <a:rPr lang="en-US" altLang="ja-JP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 </a:t>
            </a:r>
            <a:r>
              <a:rPr lang="ja-JP" altLang="en-US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は </a:t>
            </a:r>
            <a:r>
              <a:rPr lang="en-US" altLang="ja-JP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lang="ja-JP" altLang="en-US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を</a:t>
            </a:r>
            <a:r>
              <a:rPr lang="en-US" altLang="ja-JP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V</a:t>
            </a:r>
            <a:r>
              <a:rPr lang="ja-JP" altLang="en-US" sz="1400" dirty="0"/>
              <a:t> ます</a:t>
            </a:r>
            <a:endParaRPr lang="en-US" altLang="ja-JP" sz="14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52400" indent="0">
              <a:spcBef>
                <a:spcPts val="1000"/>
              </a:spcBef>
              <a:buNone/>
            </a:pPr>
            <a:r>
              <a:rPr lang="ja-JP" altLang="en-US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ます </a:t>
            </a:r>
            <a:r>
              <a:rPr lang="en-US" altLang="ja-JP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used with verb (+ form)</a:t>
            </a:r>
          </a:p>
          <a:p>
            <a:pPr marL="152400" indent="0">
              <a:spcBef>
                <a:spcPts val="1000"/>
              </a:spcBef>
              <a:buNone/>
            </a:pPr>
            <a:endParaRPr lang="en-US" sz="1400" dirty="0"/>
          </a:p>
          <a:p>
            <a:pPr marL="152400" indent="0">
              <a:spcBef>
                <a:spcPts val="1000"/>
              </a:spcBef>
              <a:buNone/>
            </a:pPr>
            <a:r>
              <a:rPr lang="en-US" sz="1400" dirty="0"/>
              <a:t>To eat – </a:t>
            </a:r>
            <a:r>
              <a:rPr lang="en-US" sz="1400" dirty="0" err="1"/>
              <a:t>tabe</a:t>
            </a:r>
            <a:r>
              <a:rPr lang="en-US" sz="1400" dirty="0"/>
              <a:t>(</a:t>
            </a:r>
            <a:r>
              <a:rPr lang="en-US" sz="1400" dirty="0" err="1"/>
              <a:t>masu</a:t>
            </a:r>
            <a:r>
              <a:rPr lang="en-US" sz="1400" dirty="0"/>
              <a:t>)</a:t>
            </a:r>
          </a:p>
          <a:p>
            <a:pPr marL="152400" indent="0">
              <a:spcBef>
                <a:spcPts val="1000"/>
              </a:spcBef>
              <a:buNone/>
            </a:pPr>
            <a:r>
              <a:rPr lang="en-US" sz="1400" dirty="0"/>
              <a:t>To drink – </a:t>
            </a:r>
            <a:r>
              <a:rPr lang="en-US" sz="1400" dirty="0" err="1"/>
              <a:t>nomi</a:t>
            </a:r>
            <a:r>
              <a:rPr lang="en-US" sz="1400" dirty="0"/>
              <a:t>(</a:t>
            </a:r>
            <a:r>
              <a:rPr lang="en-US" sz="1400" dirty="0" err="1"/>
              <a:t>masu</a:t>
            </a:r>
            <a:r>
              <a:rPr lang="en-US" sz="1400" dirty="0"/>
              <a:t>)</a:t>
            </a:r>
          </a:p>
          <a:p>
            <a:pPr marL="152400" indent="0">
              <a:spcBef>
                <a:spcPts val="1000"/>
              </a:spcBef>
              <a:buNone/>
            </a:pPr>
            <a:endParaRPr lang="en-US" altLang="ja-JP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6A3965C0-859F-B1FF-5646-72F9FB2CFF6E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7437" t="18667" r="28519" b="11871"/>
          <a:stretch/>
        </p:blipFill>
        <p:spPr>
          <a:xfrm>
            <a:off x="3943847" y="530337"/>
            <a:ext cx="5200153" cy="4613163"/>
          </a:xfrm>
        </p:spPr>
      </p:pic>
    </p:spTree>
    <p:extLst>
      <p:ext uri="{BB962C8B-B14F-4D97-AF65-F5344CB8AC3E}">
        <p14:creationId xmlns:p14="http://schemas.microsoft.com/office/powerpoint/2010/main" val="1001117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C44E7-E653-D6C3-3983-8476ACFB4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1E2E37-BA9B-953D-7C90-249F87899E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381" t="12676" r="45995" b="38231"/>
          <a:stretch/>
        </p:blipFill>
        <p:spPr>
          <a:xfrm>
            <a:off x="243756" y="0"/>
            <a:ext cx="4213800" cy="5143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E088B6-1F1F-A89E-EB6E-018901DDB3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69" t="62304" r="45885" b="9154"/>
          <a:stretch/>
        </p:blipFill>
        <p:spPr>
          <a:xfrm>
            <a:off x="4686445" y="0"/>
            <a:ext cx="4213800" cy="296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897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ABB5B6-DEF3-FAF7-A35D-512468BF8D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912" t="35092" r="34783" b="12966"/>
          <a:stretch/>
        </p:blipFill>
        <p:spPr>
          <a:xfrm>
            <a:off x="-1989" y="0"/>
            <a:ext cx="4438532" cy="41426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623A11-B773-71E9-28EE-30BAB1408C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521" t="27517" r="35176" b="11729"/>
          <a:stretch/>
        </p:blipFill>
        <p:spPr>
          <a:xfrm>
            <a:off x="4934811" y="-1"/>
            <a:ext cx="4209189" cy="47469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0D70DE8-3517-9BA0-2AA6-86486825109B}"/>
              </a:ext>
            </a:extLst>
          </p:cNvPr>
          <p:cNvSpPr txBox="1"/>
          <p:nvPr/>
        </p:nvSpPr>
        <p:spPr>
          <a:xfrm>
            <a:off x="114268" y="4221521"/>
            <a:ext cx="40949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  <a:hlinkClick r:id="rId4"/>
              </a:rPr>
              <a:t>MarugotoStarterWordbook_EN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274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2F029E90-C68E-80E2-1FA0-252B359F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>
            <a:extLst>
              <a:ext uri="{FF2B5EF4-FFF2-40B4-BE49-F238E27FC236}">
                <a16:creationId xmlns:a16="http://schemas.microsoft.com/office/drawing/2014/main" id="{DBFED756-8001-EE10-3E35-0818F1190E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30337"/>
            <a:ext cx="4294800" cy="6663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GRAMMAR PART </a:t>
            </a:r>
            <a:endParaRPr sz="2400" dirty="0"/>
          </a:p>
        </p:txBody>
      </p:sp>
      <p:sp>
        <p:nvSpPr>
          <p:cNvPr id="342" name="Google Shape;342;p36">
            <a:extLst>
              <a:ext uri="{FF2B5EF4-FFF2-40B4-BE49-F238E27FC236}">
                <a16:creationId xmlns:a16="http://schemas.microsoft.com/office/drawing/2014/main" id="{AD7265AB-0638-40DE-D5C2-F6A4303E9A7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1041622"/>
            <a:ext cx="4047214" cy="41018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spcBef>
                <a:spcPts val="1000"/>
              </a:spcBef>
              <a:buNone/>
            </a:pPr>
            <a:r>
              <a:rPr lang="ja-JP" altLang="en-US" sz="1400" dirty="0"/>
              <a:t>③ </a:t>
            </a:r>
            <a:r>
              <a:rPr lang="en-US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Say how frequently </a:t>
            </a:r>
            <a:r>
              <a:rPr lang="en-US" sz="1400" dirty="0"/>
              <a:t>the action</a:t>
            </a:r>
            <a:r>
              <a:rPr lang="en-US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done</a:t>
            </a:r>
          </a:p>
          <a:p>
            <a:pPr marL="152400" indent="0">
              <a:spcBef>
                <a:spcPts val="1000"/>
              </a:spcBef>
              <a:buNone/>
            </a:pPr>
            <a:endParaRPr lang="en-US" sz="1400" dirty="0"/>
          </a:p>
          <a:p>
            <a:pPr marL="152400" indent="0">
              <a:spcBef>
                <a:spcPts val="1000"/>
              </a:spcBef>
              <a:buNone/>
            </a:pPr>
            <a:endParaRPr lang="en-US" sz="14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52400" indent="0">
              <a:spcBef>
                <a:spcPts val="1000"/>
              </a:spcBef>
              <a:buNone/>
            </a:pPr>
            <a:endParaRPr lang="en-US" sz="1400" dirty="0"/>
          </a:p>
          <a:p>
            <a:pPr marL="152400" indent="0">
              <a:spcBef>
                <a:spcPts val="1000"/>
              </a:spcBef>
              <a:buNone/>
            </a:pPr>
            <a:endParaRPr lang="en-US" sz="14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altLang="ja-JP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4D316E90-AB77-5013-C6D0-2EFE8184A30D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30906" t="17934" r="32404" b="28057"/>
          <a:stretch/>
        </p:blipFill>
        <p:spPr>
          <a:xfrm>
            <a:off x="3982397" y="641564"/>
            <a:ext cx="5161603" cy="4273749"/>
          </a:xfr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1D65E93-9B6B-2C2F-FC37-6DDAD9123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317224"/>
              </p:ext>
            </p:extLst>
          </p:nvPr>
        </p:nvGraphicFramePr>
        <p:xfrm>
          <a:off x="345707" y="1993954"/>
          <a:ext cx="3355800" cy="2419628"/>
        </p:xfrm>
        <a:graphic>
          <a:graphicData uri="http://schemas.openxmlformats.org/drawingml/2006/table">
            <a:tbl>
              <a:tblPr firstRow="1" bandRow="1">
                <a:tableStyleId>{37ECED31-040B-4B96-B264-8210C48EDFA1}</a:tableStyleId>
              </a:tblPr>
              <a:tblGrid>
                <a:gridCol w="2022282">
                  <a:extLst>
                    <a:ext uri="{9D8B030D-6E8A-4147-A177-3AD203B41FA5}">
                      <a16:colId xmlns:a16="http://schemas.microsoft.com/office/drawing/2014/main" val="2795959639"/>
                    </a:ext>
                  </a:extLst>
                </a:gridCol>
                <a:gridCol w="1333518">
                  <a:extLst>
                    <a:ext uri="{9D8B030D-6E8A-4147-A177-3AD203B41FA5}">
                      <a16:colId xmlns:a16="http://schemas.microsoft.com/office/drawing/2014/main" val="1290379906"/>
                    </a:ext>
                  </a:extLst>
                </a:gridCol>
              </a:tblGrid>
              <a:tr h="604907">
                <a:tc>
                  <a:txBody>
                    <a:bodyPr/>
                    <a:lstStyle/>
                    <a:p>
                      <a:r>
                        <a:rPr lang="ja-JP" altLang="en-US" dirty="0"/>
                        <a:t>よく </a:t>
                      </a:r>
                      <a:r>
                        <a:rPr lang="en-US" altLang="ja-JP" dirty="0"/>
                        <a:t>+ verb (+)</a:t>
                      </a:r>
                    </a:p>
                    <a:p>
                      <a:r>
                        <a:rPr lang="en-US" dirty="0" err="1"/>
                        <a:t>Yoku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Often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58279"/>
                  </a:ext>
                </a:extLst>
              </a:tr>
              <a:tr h="604907">
                <a:tc>
                  <a:txBody>
                    <a:bodyPr/>
                    <a:lstStyle/>
                    <a:p>
                      <a:r>
                        <a:rPr lang="ja-JP" altLang="en-US" dirty="0"/>
                        <a:t>ときどき </a:t>
                      </a:r>
                      <a:r>
                        <a:rPr lang="en-US" altLang="ja-JP" dirty="0"/>
                        <a:t>+ verb (+)</a:t>
                      </a:r>
                    </a:p>
                    <a:p>
                      <a:r>
                        <a:rPr lang="en-US" dirty="0" err="1"/>
                        <a:t>tokidoki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sometime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568624"/>
                  </a:ext>
                </a:extLst>
              </a:tr>
              <a:tr h="604907">
                <a:tc>
                  <a:txBody>
                    <a:bodyPr/>
                    <a:lstStyle/>
                    <a:p>
                      <a:r>
                        <a:rPr lang="ja-JP" altLang="en-US" dirty="0"/>
                        <a:t>あまり </a:t>
                      </a:r>
                      <a:r>
                        <a:rPr lang="en-US" altLang="ja-JP" dirty="0"/>
                        <a:t>+ verb (-)</a:t>
                      </a:r>
                    </a:p>
                    <a:p>
                      <a:r>
                        <a:rPr lang="en-US" dirty="0"/>
                        <a:t>Amari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much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007070"/>
                  </a:ext>
                </a:extLst>
              </a:tr>
              <a:tr h="604907">
                <a:tc>
                  <a:txBody>
                    <a:bodyPr/>
                    <a:lstStyle/>
                    <a:p>
                      <a:r>
                        <a:rPr lang="ja-JP" altLang="en-US" dirty="0"/>
                        <a:t>ぜんぜん </a:t>
                      </a:r>
                      <a:r>
                        <a:rPr lang="en-US" altLang="ja-JP" dirty="0"/>
                        <a:t>+ verb (-)</a:t>
                      </a:r>
                    </a:p>
                    <a:p>
                      <a:r>
                        <a:rPr lang="en-US" dirty="0"/>
                        <a:t>Zenzen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at 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705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7971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C3741-1084-CDFE-6943-E69373A91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040744-A645-0FE5-7CDB-5F4951B68C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609" t="37411" r="45434" b="22242"/>
          <a:stretch/>
        </p:blipFill>
        <p:spPr>
          <a:xfrm>
            <a:off x="-1" y="-1"/>
            <a:ext cx="4359143" cy="430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73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7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94" name="Google Shape;7994;p7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1585</TotalTime>
  <Words>297</Words>
  <Application>Microsoft Office PowerPoint</Application>
  <PresentationFormat>On-screen Show (16:9)</PresentationFormat>
  <Paragraphs>71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Proxima Nova Semibold</vt:lpstr>
      <vt:lpstr>Nunito Light</vt:lpstr>
      <vt:lpstr>Poppins</vt:lpstr>
      <vt:lpstr>Proxima Nova</vt:lpstr>
      <vt:lpstr>Arial</vt:lpstr>
      <vt:lpstr>Industrial Preliminary Project by Slidesgo</vt:lpstr>
      <vt:lpstr>Slidesgo Final Pages</vt:lpstr>
      <vt:lpstr>BASIC JAPANESE LANGUAGE 1</vt:lpstr>
      <vt:lpstr>PREVIOUS LESSON</vt:lpstr>
      <vt:lpstr>復習しましょう・ふくしゅうしましょう</vt:lpstr>
      <vt:lpstr>わたしはすしがすきです I like sushi</vt:lpstr>
      <vt:lpstr>CONTENTS OF THIS LESSON</vt:lpstr>
      <vt:lpstr>GRAMMAR PART </vt:lpstr>
      <vt:lpstr>PowerPoint Presentation</vt:lpstr>
      <vt:lpstr>PowerPoint Presentation</vt:lpstr>
      <vt:lpstr>GRAMMAR PART </vt:lpstr>
      <vt:lpstr>PowerPoint Presentation</vt:lpstr>
      <vt:lpstr>PowerPoint Presentation</vt:lpstr>
      <vt:lpstr>GRAMMAR PART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NUR HANAN BINTI HAMDAN</cp:lastModifiedBy>
  <cp:revision>25</cp:revision>
  <dcterms:modified xsi:type="dcterms:W3CDTF">2026-04-20T05:01:11Z</dcterms:modified>
</cp:coreProperties>
</file>
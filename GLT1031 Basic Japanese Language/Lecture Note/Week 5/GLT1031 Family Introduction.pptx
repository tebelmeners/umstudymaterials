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1"/>
  </p:notesMasterIdLst>
  <p:sldIdLst>
    <p:sldId id="256" r:id="rId3"/>
    <p:sldId id="300" r:id="rId4"/>
    <p:sldId id="329" r:id="rId5"/>
    <p:sldId id="316" r:id="rId6"/>
    <p:sldId id="317" r:id="rId7"/>
    <p:sldId id="331" r:id="rId8"/>
    <p:sldId id="343" r:id="rId9"/>
    <p:sldId id="333" r:id="rId10"/>
    <p:sldId id="334" r:id="rId11"/>
    <p:sldId id="344" r:id="rId12"/>
    <p:sldId id="335" r:id="rId13"/>
    <p:sldId id="336" r:id="rId14"/>
    <p:sldId id="337" r:id="rId15"/>
    <p:sldId id="339" r:id="rId16"/>
    <p:sldId id="340" r:id="rId17"/>
    <p:sldId id="341" r:id="rId18"/>
    <p:sldId id="342" r:id="rId19"/>
    <p:sldId id="296" r:id="rId20"/>
  </p:sldIdLst>
  <p:sldSz cx="9144000" cy="5143500" type="screen16x9"/>
  <p:notesSz cx="6858000" cy="9144000"/>
  <p:embeddedFontLst>
    <p:embeddedFont>
      <p:font typeface="Nunito Light" pitchFamily="2" charset="0"/>
      <p:regular r:id="rId22"/>
      <p: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  <p:embeddedFont>
      <p:font typeface="Proxima Nova Semibold" panose="020B0604020202020204" charset="0"/>
      <p:regular r:id="rId32"/>
      <p:bold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CED31-040B-4B96-B264-8210C48EDFA1}">
  <a:tblStyle styleId="{37ECED31-040B-4B96-B264-8210C48ED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CEE02A-BB42-442E-BC65-CD1E1F16B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80" d="100"/>
          <a:sy n="80" d="100"/>
        </p:scale>
        <p:origin x="896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microsoft.com/office/2016/11/relationships/changesInfo" Target="changesInfos/changesInfo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redo custSel addSld delSld modSld sldOrd">
      <pc:chgData name="NUR HANAN BINTI HAMDAN" userId="611587a3-4fba-4630-aec7-8c82a5204456" providerId="ADAL" clId="{2AC34E7B-6C1E-4DA6-825C-8A4937CF5A27}" dt="2026-04-06T08:41:30.780" v="5620" actId="47"/>
      <pc:docMkLst>
        <pc:docMk/>
      </pc:docMkLst>
      <pc:sldChg chg="modSp mod">
        <pc:chgData name="NUR HANAN BINTI HAMDAN" userId="611587a3-4fba-4630-aec7-8c82a5204456" providerId="ADAL" clId="{2AC34E7B-6C1E-4DA6-825C-8A4937CF5A27}" dt="2026-04-06T08:28:21.722" v="5233" actId="20577"/>
        <pc:sldMkLst>
          <pc:docMk/>
          <pc:sldMk cId="0" sldId="256"/>
        </pc:sldMkLst>
        <pc:spChg chg="mod">
          <ac:chgData name="NUR HANAN BINTI HAMDAN" userId="611587a3-4fba-4630-aec7-8c82a5204456" providerId="ADAL" clId="{2AC34E7B-6C1E-4DA6-825C-8A4937CF5A27}" dt="2026-04-06T08:28:21.722" v="5233" actId="20577"/>
          <ac:spMkLst>
            <pc:docMk/>
            <pc:sldMk cId="0" sldId="256"/>
            <ac:spMk id="308" creationId="{00000000-0000-0000-0000-000000000000}"/>
          </ac:spMkLst>
        </pc:spChg>
      </pc:sldChg>
      <pc:sldChg chg="addSp modSp add del mod">
        <pc:chgData name="NUR HANAN BINTI HAMDAN" userId="611587a3-4fba-4630-aec7-8c82a5204456" providerId="ADAL" clId="{2AC34E7B-6C1E-4DA6-825C-8A4937CF5A27}" dt="2026-04-06T08:40:00.358" v="5508" actId="47"/>
        <pc:sldMkLst>
          <pc:docMk/>
          <pc:sldMk cId="299223319" sldId="312"/>
        </pc:sldMkLst>
      </pc:sldChg>
      <pc:sldChg chg="modSp mod">
        <pc:chgData name="NUR HANAN BINTI HAMDAN" userId="611587a3-4fba-4630-aec7-8c82a5204456" providerId="ADAL" clId="{2AC34E7B-6C1E-4DA6-825C-8A4937CF5A27}" dt="2026-04-06T08:29:28.229" v="5379" actId="20577"/>
        <pc:sldMkLst>
          <pc:docMk/>
          <pc:sldMk cId="4044614358" sldId="329"/>
        </pc:sldMkLst>
        <pc:spChg chg="mod">
          <ac:chgData name="NUR HANAN BINTI HAMDAN" userId="611587a3-4fba-4630-aec7-8c82a5204456" providerId="ADAL" clId="{2AC34E7B-6C1E-4DA6-825C-8A4937CF5A27}" dt="2026-04-06T08:29:28.229" v="5379" actId="20577"/>
          <ac:spMkLst>
            <pc:docMk/>
            <pc:sldMk cId="4044614358" sldId="329"/>
            <ac:spMk id="4" creationId="{13D52F76-D1E5-F582-81DF-2CFF903536C2}"/>
          </ac:spMkLst>
        </pc:spChg>
        <pc:spChg chg="mod">
          <ac:chgData name="NUR HANAN BINTI HAMDAN" userId="611587a3-4fba-4630-aec7-8c82a5204456" providerId="ADAL" clId="{2AC34E7B-6C1E-4DA6-825C-8A4937CF5A27}" dt="2026-04-06T08:29:07.721" v="5326" actId="20577"/>
          <ac:spMkLst>
            <pc:docMk/>
            <pc:sldMk cId="4044614358" sldId="329"/>
            <ac:spMk id="21" creationId="{2A06F2A4-B7F1-D08A-64D9-87D674334C4B}"/>
          </ac:spMkLst>
        </pc:spChg>
        <pc:spChg chg="mod">
          <ac:chgData name="NUR HANAN BINTI HAMDAN" userId="611587a3-4fba-4630-aec7-8c82a5204456" providerId="ADAL" clId="{2AC34E7B-6C1E-4DA6-825C-8A4937CF5A27}" dt="2026-04-06T08:29:18.990" v="5346" actId="20577"/>
          <ac:spMkLst>
            <pc:docMk/>
            <pc:sldMk cId="4044614358" sldId="329"/>
            <ac:spMk id="359" creationId="{B02A5E10-586F-E0FC-BCC0-7D8A159A42F4}"/>
          </ac:spMkLst>
        </pc:spChg>
        <pc:spChg chg="mod">
          <ac:chgData name="NUR HANAN BINTI HAMDAN" userId="611587a3-4fba-4630-aec7-8c82a5204456" providerId="ADAL" clId="{2AC34E7B-6C1E-4DA6-825C-8A4937CF5A27}" dt="2026-04-06T08:28:36.268" v="5244" actId="20577"/>
          <ac:spMkLst>
            <pc:docMk/>
            <pc:sldMk cId="4044614358" sldId="329"/>
            <ac:spMk id="360" creationId="{BE799608-4588-33FF-AA65-CD63ABF944E7}"/>
          </ac:spMkLst>
        </pc:spChg>
      </pc:sldChg>
      <pc:sldChg chg="addSp delSp modSp add mod">
        <pc:chgData name="NUR HANAN BINTI HAMDAN" userId="611587a3-4fba-4630-aec7-8c82a5204456" providerId="ADAL" clId="{2AC34E7B-6C1E-4DA6-825C-8A4937CF5A27}" dt="2026-04-06T08:30:33.845" v="5447" actId="20577"/>
        <pc:sldMkLst>
          <pc:docMk/>
          <pc:sldMk cId="3909788071" sldId="331"/>
        </pc:sldMkLst>
        <pc:spChg chg="mod">
          <ac:chgData name="NUR HANAN BINTI HAMDAN" userId="611587a3-4fba-4630-aec7-8c82a5204456" providerId="ADAL" clId="{2AC34E7B-6C1E-4DA6-825C-8A4937CF5A27}" dt="2026-04-06T08:29:58.749" v="5406" actId="20577"/>
          <ac:spMkLst>
            <pc:docMk/>
            <pc:sldMk cId="3909788071" sldId="331"/>
            <ac:spMk id="10" creationId="{E90797EA-E3B9-F4E8-CB90-4C2E973461CD}"/>
          </ac:spMkLst>
        </pc:spChg>
        <pc:spChg chg="mod">
          <ac:chgData name="NUR HANAN BINTI HAMDAN" userId="611587a3-4fba-4630-aec7-8c82a5204456" providerId="ADAL" clId="{2AC34E7B-6C1E-4DA6-825C-8A4937CF5A27}" dt="2026-04-06T08:30:33.845" v="5447" actId="20577"/>
          <ac:spMkLst>
            <pc:docMk/>
            <pc:sldMk cId="3909788071" sldId="331"/>
            <ac:spMk id="342" creationId="{20B5B49B-8596-3EB3-0964-057EC595E50B}"/>
          </ac:spMkLst>
        </pc:spChg>
        <pc:graphicFrameChg chg="mod">
          <ac:chgData name="NUR HANAN BINTI HAMDAN" userId="611587a3-4fba-4630-aec7-8c82a5204456" providerId="ADAL" clId="{2AC34E7B-6C1E-4DA6-825C-8A4937CF5A27}" dt="2026-04-03T01:18:55.797" v="5229" actId="1076"/>
          <ac:graphicFrameMkLst>
            <pc:docMk/>
            <pc:sldMk cId="3909788071" sldId="331"/>
            <ac:graphicFrameMk id="2" creationId="{7DEFF8AD-434B-2F22-C8BE-5A3A0E73CC2D}"/>
          </ac:graphicFrameMkLst>
        </pc:graphicFrameChg>
      </pc:sldChg>
      <pc:sldChg chg="modSp mod">
        <pc:chgData name="NUR HANAN BINTI HAMDAN" userId="611587a3-4fba-4630-aec7-8c82a5204456" providerId="ADAL" clId="{2AC34E7B-6C1E-4DA6-825C-8A4937CF5A27}" dt="2026-04-06T08:33:44.965" v="5506" actId="20577"/>
        <pc:sldMkLst>
          <pc:docMk/>
          <pc:sldMk cId="2776488388" sldId="333"/>
        </pc:sldMkLst>
        <pc:spChg chg="mod">
          <ac:chgData name="NUR HANAN BINTI HAMDAN" userId="611587a3-4fba-4630-aec7-8c82a5204456" providerId="ADAL" clId="{2AC34E7B-6C1E-4DA6-825C-8A4937CF5A27}" dt="2026-04-06T08:33:44.965" v="5506" actId="20577"/>
          <ac:spMkLst>
            <pc:docMk/>
            <pc:sldMk cId="2776488388" sldId="333"/>
            <ac:spMk id="342" creationId="{14767A9A-E2F3-AAD3-C2E2-D0DA4D33814D}"/>
          </ac:spMkLst>
        </pc:spChg>
      </pc:sldChg>
      <pc:sldChg chg="addSp delSp modSp add mod">
        <pc:chgData name="NUR HANAN BINTI HAMDAN" userId="611587a3-4fba-4630-aec7-8c82a5204456" providerId="ADAL" clId="{2AC34E7B-6C1E-4DA6-825C-8A4937CF5A27}" dt="2026-04-03T01:13:11.461" v="5163" actId="478"/>
        <pc:sldMkLst>
          <pc:docMk/>
          <pc:sldMk cId="1396292345" sldId="334"/>
        </pc:sldMkLst>
      </pc:sldChg>
      <pc:sldChg chg="delSp modSp add mod">
        <pc:chgData name="NUR HANAN BINTI HAMDAN" userId="611587a3-4fba-4630-aec7-8c82a5204456" providerId="ADAL" clId="{2AC34E7B-6C1E-4DA6-825C-8A4937CF5A27}" dt="2026-04-03T01:13:27.780" v="5164" actId="478"/>
        <pc:sldMkLst>
          <pc:docMk/>
          <pc:sldMk cId="3124083175" sldId="336"/>
        </pc:sldMkLst>
      </pc:sldChg>
      <pc:sldChg chg="modSp mod">
        <pc:chgData name="NUR HANAN BINTI HAMDAN" userId="611587a3-4fba-4630-aec7-8c82a5204456" providerId="ADAL" clId="{2AC34E7B-6C1E-4DA6-825C-8A4937CF5A27}" dt="2026-04-06T08:35:42.094" v="5507" actId="13926"/>
        <pc:sldMkLst>
          <pc:docMk/>
          <pc:sldMk cId="2589890881" sldId="337"/>
        </pc:sldMkLst>
        <pc:spChg chg="mod">
          <ac:chgData name="NUR HANAN BINTI HAMDAN" userId="611587a3-4fba-4630-aec7-8c82a5204456" providerId="ADAL" clId="{2AC34E7B-6C1E-4DA6-825C-8A4937CF5A27}" dt="2026-04-06T08:35:42.094" v="5507" actId="13926"/>
          <ac:spMkLst>
            <pc:docMk/>
            <pc:sldMk cId="2589890881" sldId="337"/>
            <ac:spMk id="342" creationId="{B84C292F-512C-C83F-CD9A-5190E0E8069D}"/>
          </ac:spMkLst>
        </pc:spChg>
      </pc:sldChg>
      <pc:sldChg chg="del">
        <pc:chgData name="NUR HANAN BINTI HAMDAN" userId="611587a3-4fba-4630-aec7-8c82a5204456" providerId="ADAL" clId="{2AC34E7B-6C1E-4DA6-825C-8A4937CF5A27}" dt="2026-04-06T08:41:30.780" v="5620" actId="47"/>
        <pc:sldMkLst>
          <pc:docMk/>
          <pc:sldMk cId="2444338032" sldId="338"/>
        </pc:sldMkLst>
      </pc:sldChg>
      <pc:sldChg chg="modSp mod">
        <pc:chgData name="NUR HANAN BINTI HAMDAN" userId="611587a3-4fba-4630-aec7-8c82a5204456" providerId="ADAL" clId="{2AC34E7B-6C1E-4DA6-825C-8A4937CF5A27}" dt="2026-04-06T08:40:36.315" v="5577" actId="20577"/>
        <pc:sldMkLst>
          <pc:docMk/>
          <pc:sldMk cId="1181105651" sldId="339"/>
        </pc:sldMkLst>
        <pc:spChg chg="mod">
          <ac:chgData name="NUR HANAN BINTI HAMDAN" userId="611587a3-4fba-4630-aec7-8c82a5204456" providerId="ADAL" clId="{2AC34E7B-6C1E-4DA6-825C-8A4937CF5A27}" dt="2026-04-06T08:40:36.315" v="5577" actId="20577"/>
          <ac:spMkLst>
            <pc:docMk/>
            <pc:sldMk cId="1181105651" sldId="339"/>
            <ac:spMk id="342" creationId="{E987A715-6BDC-34D5-A2DC-D170ED67EBE3}"/>
          </ac:spMkLst>
        </pc:spChg>
      </pc:sldChg>
      <pc:sldChg chg="modSp mod">
        <pc:chgData name="NUR HANAN BINTI HAMDAN" userId="611587a3-4fba-4630-aec7-8c82a5204456" providerId="ADAL" clId="{2AC34E7B-6C1E-4DA6-825C-8A4937CF5A27}" dt="2026-04-06T08:41:18.799" v="5619" actId="20577"/>
        <pc:sldMkLst>
          <pc:docMk/>
          <pc:sldMk cId="2263263515" sldId="341"/>
        </pc:sldMkLst>
        <pc:spChg chg="mod">
          <ac:chgData name="NUR HANAN BINTI HAMDAN" userId="611587a3-4fba-4630-aec7-8c82a5204456" providerId="ADAL" clId="{2AC34E7B-6C1E-4DA6-825C-8A4937CF5A27}" dt="2026-04-06T08:41:18.799" v="5619" actId="20577"/>
          <ac:spMkLst>
            <pc:docMk/>
            <pc:sldMk cId="2263263515" sldId="341"/>
            <ac:spMk id="342" creationId="{181FF4AB-B4F6-1F17-CC0B-174D7288A02B}"/>
          </ac:spMkLst>
        </pc:spChg>
      </pc:sldChg>
      <pc:sldChg chg="addSp delSp modSp add mod">
        <pc:chgData name="NUR HANAN BINTI HAMDAN" userId="611587a3-4fba-4630-aec7-8c82a5204456" providerId="ADAL" clId="{2AC34E7B-6C1E-4DA6-825C-8A4937CF5A27}" dt="2026-04-03T01:12:55.758" v="5161" actId="20577"/>
        <pc:sldMkLst>
          <pc:docMk/>
          <pc:sldMk cId="1666482809" sldId="343"/>
        </pc:sldMkLst>
        <pc:spChg chg="add mod">
          <ac:chgData name="NUR HANAN BINTI HAMDAN" userId="611587a3-4fba-4630-aec7-8c82a5204456" providerId="ADAL" clId="{2AC34E7B-6C1E-4DA6-825C-8A4937CF5A27}" dt="2026-04-03T01:12:55.758" v="5161" actId="20577"/>
          <ac:spMkLst>
            <pc:docMk/>
            <pc:sldMk cId="1666482809" sldId="343"/>
            <ac:spMk id="2" creationId="{15E7693E-0143-4C47-0082-922EE7CEF054}"/>
          </ac:spMkLst>
        </pc:spChg>
        <pc:spChg chg="mod">
          <ac:chgData name="NUR HANAN BINTI HAMDAN" userId="611587a3-4fba-4630-aec7-8c82a5204456" providerId="ADAL" clId="{2AC34E7B-6C1E-4DA6-825C-8A4937CF5A27}" dt="2026-04-03T01:07:46.853" v="5089" actId="20577"/>
          <ac:spMkLst>
            <pc:docMk/>
            <pc:sldMk cId="1666482809" sldId="343"/>
            <ac:spMk id="341" creationId="{84BA356B-041D-894F-053A-BA9988BA0807}"/>
          </ac:spMkLst>
        </pc:spChg>
      </pc:sldChg>
      <pc:sldChg chg="modSp add del mod">
        <pc:chgData name="NUR HANAN BINTI HAMDAN" userId="611587a3-4fba-4630-aec7-8c82a5204456" providerId="ADAL" clId="{2AC34E7B-6C1E-4DA6-825C-8A4937CF5A27}" dt="2026-04-06T08:32:49.745" v="5505" actId="47"/>
        <pc:sldMkLst>
          <pc:docMk/>
          <pc:sldMk cId="1945926295" sldId="345"/>
        </pc:sldMkLst>
        <pc:spChg chg="mod">
          <ac:chgData name="NUR HANAN BINTI HAMDAN" userId="611587a3-4fba-4630-aec7-8c82a5204456" providerId="ADAL" clId="{2AC34E7B-6C1E-4DA6-825C-8A4937CF5A27}" dt="2026-04-06T08:32:47.168" v="5504" actId="20577"/>
          <ac:spMkLst>
            <pc:docMk/>
            <pc:sldMk cId="1945926295" sldId="345"/>
            <ac:spMk id="2" creationId="{B63EA909-3B9D-E60A-2655-D684BA0BD4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0A176B18-7F7F-58C1-E2DB-E9F57586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>
            <a:extLst>
              <a:ext uri="{FF2B5EF4-FFF2-40B4-BE49-F238E27FC236}">
                <a16:creationId xmlns:a16="http://schemas.microsoft.com/office/drawing/2014/main" id="{E0D4945E-D400-BFDE-634B-766D3A9B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>
            <a:extLst>
              <a:ext uri="{FF2B5EF4-FFF2-40B4-BE49-F238E27FC236}">
                <a16:creationId xmlns:a16="http://schemas.microsoft.com/office/drawing/2014/main" id="{D732A31A-B680-6524-A4F9-7CE4B191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69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85C490FC-443B-4D25-203D-027A451B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08:notes">
            <a:extLst>
              <a:ext uri="{FF2B5EF4-FFF2-40B4-BE49-F238E27FC236}">
                <a16:creationId xmlns:a16="http://schemas.microsoft.com/office/drawing/2014/main" id="{0BDE2BB6-D9A6-612A-09C4-443D46A79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08:notes">
            <a:extLst>
              <a:ext uri="{FF2B5EF4-FFF2-40B4-BE49-F238E27FC236}">
                <a16:creationId xmlns:a16="http://schemas.microsoft.com/office/drawing/2014/main" id="{78C3E703-DD1C-1002-0061-69069F0F7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0399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4FE8D26-688C-CF30-D988-61D3C1F1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CF9348B8-43B6-98CE-1950-40D2C6E62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3D20CD2A-A906-5D21-20FA-F5D387810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8368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4DD0EC2-9821-FF1E-B029-E6BFDB42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CD22CD41-F8FB-68CF-0D90-C38C63D31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49740783-56DD-FCE2-FF98-737581348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363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9E794F5-1558-8E87-D3BC-7FEFAD7F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602C44AE-B049-DA32-22FA-489C2F405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141E1051-F95D-BD5F-5C49-36DE5766F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971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6416BA9-9BBB-AD95-BC52-69774301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F6E3E543-7C6A-9387-4631-D88FC0113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7AD79618-6262-F07A-152D-7F11F0BF9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997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0E065C6-745A-6AB0-6C75-F189970F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15C8031-B3DD-817F-142B-692626A99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097AD28D-465B-4F78-8EDE-DF0D10BC3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76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4A5A0AE-28DD-EAC6-FE02-502B3DAC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5DB4F1B6-95AC-E356-C204-E8A2602E7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396BE9E2-DB6D-9371-798A-0BB2A48D2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791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36283A7-5EBF-E9D5-0004-D6F81482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A4BE8D9D-CD8B-7322-2E91-DCF55FEE0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BD272755-1D32-25F4-B8DC-966C6EA1E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228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6FD0303-910F-CACA-8A9A-F80D74AE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DA516332-20C5-A8FC-42A8-FB4EE4135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E74EAF69-4999-2400-6CDA-37F138401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6118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72DA2B0-42CA-F25A-EB5D-7A888894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1BAB25CB-E572-9F57-0817-D46F96511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837A0568-AAB0-353B-4797-26BA18186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9810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1" name="Google Shape;7991;g1e7f3938c53_0_17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2" name="Google Shape;7992;g1e7f3938c53_0_17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3104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74" r:id="rId9"/>
    <p:sldLayoutId id="2147483675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fugu.com/japanese/counting-in-japanes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tofugu.com/japanese/japanese-counters-list/" TargetMode="External"/><Relationship Id="rId4" Type="http://schemas.openxmlformats.org/officeDocument/2006/relationships/hyperlink" Target="https://www.tofugu.com/japanese-grammar/numbers-and-counters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JAPANESE LANGUAGE</a:t>
            </a:r>
            <a:endParaRPr dirty="0"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GLT1031 (WEEK 5)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PREVIOUS CONTENTS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606166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give a simple self introduction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Tell your name                                                                       Talk about occupation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　　　　　　　　　　　　　　　　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nationality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ability to speak what language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Particle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も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and 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と</a:t>
                      </a:r>
                      <a:endParaRPr lang="en-US"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71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C9157CD-5DBE-6E2F-DE34-8F709F4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E432208E-F9D9-7C50-AB9F-5B4D76BF2802}"/>
              </a:ext>
            </a:extLst>
          </p:cNvPr>
          <p:cNvSpPr/>
          <p:nvPr/>
        </p:nvSpPr>
        <p:spPr>
          <a:xfrm>
            <a:off x="886800" y="1386743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687B0115-68BA-2515-1F98-6B861EF56F01}"/>
              </a:ext>
            </a:extLst>
          </p:cNvPr>
          <p:cNvSpPr/>
          <p:nvPr/>
        </p:nvSpPr>
        <p:spPr>
          <a:xfrm>
            <a:off x="878853" y="2204484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84EB512F-6298-1737-9CD8-554147B995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935151" y="2204484"/>
            <a:ext cx="139943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G2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087C720F-3A6C-EA74-23C2-2CA3392CC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/>
              <a:t>復習しましょう・ふくしゅうしましょう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02A5E10-586F-E0FC-BCC0-7D8A159A42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28950" y="2204490"/>
            <a:ext cx="462824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おしごとはなんですか</a:t>
            </a:r>
            <a:endParaRPr sz="1600" dirty="0"/>
          </a:p>
        </p:txBody>
      </p:sp>
      <p:sp>
        <p:nvSpPr>
          <p:cNvPr id="360" name="Google Shape;360;p38">
            <a:extLst>
              <a:ext uri="{FF2B5EF4-FFF2-40B4-BE49-F238E27FC236}">
                <a16:creationId xmlns:a16="http://schemas.microsoft.com/office/drawing/2014/main" id="{BE799608-4588-33FF-AA65-CD63ABF944E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36900" y="1386743"/>
            <a:ext cx="4346214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600" dirty="0"/>
              <a:t>おなまえはなんですか？ </a:t>
            </a:r>
            <a:endParaRPr lang="en-US" altLang="ja-JP" sz="1600" dirty="0"/>
          </a:p>
        </p:txBody>
      </p:sp>
      <p:sp>
        <p:nvSpPr>
          <p:cNvPr id="361" name="Google Shape;361;p38">
            <a:extLst>
              <a:ext uri="{FF2B5EF4-FFF2-40B4-BE49-F238E27FC236}">
                <a16:creationId xmlns:a16="http://schemas.microsoft.com/office/drawing/2014/main" id="{8E1F0105-B9B0-B448-EEE6-5ED21B32FB6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943100" y="1386743"/>
            <a:ext cx="1399439" cy="475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G1</a:t>
            </a:r>
            <a:endParaRPr dirty="0"/>
          </a:p>
        </p:txBody>
      </p:sp>
      <p:sp>
        <p:nvSpPr>
          <p:cNvPr id="19" name="Google Shape;356;p38">
            <a:extLst>
              <a:ext uri="{FF2B5EF4-FFF2-40B4-BE49-F238E27FC236}">
                <a16:creationId xmlns:a16="http://schemas.microsoft.com/office/drawing/2014/main" id="{A29F2A5B-04D0-7DA0-6B86-C9C19DFD2F50}"/>
              </a:ext>
            </a:extLst>
          </p:cNvPr>
          <p:cNvSpPr/>
          <p:nvPr/>
        </p:nvSpPr>
        <p:spPr>
          <a:xfrm>
            <a:off x="878853" y="3042971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357;p38">
            <a:extLst>
              <a:ext uri="{FF2B5EF4-FFF2-40B4-BE49-F238E27FC236}">
                <a16:creationId xmlns:a16="http://schemas.microsoft.com/office/drawing/2014/main" id="{105745DA-DCD6-407A-C20F-E9E37B9509E0}"/>
              </a:ext>
            </a:extLst>
          </p:cNvPr>
          <p:cNvSpPr txBox="1">
            <a:spLocks/>
          </p:cNvSpPr>
          <p:nvPr/>
        </p:nvSpPr>
        <p:spPr>
          <a:xfrm>
            <a:off x="1935151" y="3042971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G3</a:t>
            </a:r>
          </a:p>
        </p:txBody>
      </p:sp>
      <p:sp>
        <p:nvSpPr>
          <p:cNvPr id="21" name="Google Shape;359;p38">
            <a:extLst>
              <a:ext uri="{FF2B5EF4-FFF2-40B4-BE49-F238E27FC236}">
                <a16:creationId xmlns:a16="http://schemas.microsoft.com/office/drawing/2014/main" id="{2A06F2A4-B7F1-D08A-64D9-87D674334C4B}"/>
              </a:ext>
            </a:extLst>
          </p:cNvPr>
          <p:cNvSpPr txBox="1">
            <a:spLocks/>
          </p:cNvSpPr>
          <p:nvPr/>
        </p:nvSpPr>
        <p:spPr>
          <a:xfrm>
            <a:off x="3636900" y="3042971"/>
            <a:ext cx="4346214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しゅっしんはなんですか</a:t>
            </a:r>
            <a:endParaRPr lang="en-US" sz="1600" dirty="0"/>
          </a:p>
        </p:txBody>
      </p:sp>
      <p:sp>
        <p:nvSpPr>
          <p:cNvPr id="2" name="Google Shape;356;p38">
            <a:extLst>
              <a:ext uri="{FF2B5EF4-FFF2-40B4-BE49-F238E27FC236}">
                <a16:creationId xmlns:a16="http://schemas.microsoft.com/office/drawing/2014/main" id="{993D5246-051A-EDF9-CD89-EF4B8CF233D5}"/>
              </a:ext>
            </a:extLst>
          </p:cNvPr>
          <p:cNvSpPr/>
          <p:nvPr/>
        </p:nvSpPr>
        <p:spPr>
          <a:xfrm>
            <a:off x="886800" y="3881452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57;p38">
            <a:extLst>
              <a:ext uri="{FF2B5EF4-FFF2-40B4-BE49-F238E27FC236}">
                <a16:creationId xmlns:a16="http://schemas.microsoft.com/office/drawing/2014/main" id="{59D584B5-F196-8370-5F40-EA7DA5CEE184}"/>
              </a:ext>
            </a:extLst>
          </p:cNvPr>
          <p:cNvSpPr txBox="1">
            <a:spLocks/>
          </p:cNvSpPr>
          <p:nvPr/>
        </p:nvSpPr>
        <p:spPr>
          <a:xfrm>
            <a:off x="1943098" y="3881452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G4</a:t>
            </a:r>
          </a:p>
        </p:txBody>
      </p:sp>
      <p:sp>
        <p:nvSpPr>
          <p:cNvPr id="4" name="Google Shape;359;p38">
            <a:extLst>
              <a:ext uri="{FF2B5EF4-FFF2-40B4-BE49-F238E27FC236}">
                <a16:creationId xmlns:a16="http://schemas.microsoft.com/office/drawing/2014/main" id="{13D52F76-D1E5-F582-81DF-2CFF903536C2}"/>
              </a:ext>
            </a:extLst>
          </p:cNvPr>
          <p:cNvSpPr txBox="1">
            <a:spLocks/>
          </p:cNvSpPr>
          <p:nvPr/>
        </p:nvSpPr>
        <p:spPr>
          <a:xfrm>
            <a:off x="3628358" y="3881452"/>
            <a:ext cx="4628842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マレーごができますか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04461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D4FFFC90-12F8-04C4-64AA-5A8AEAAA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>
            <a:extLst>
              <a:ext uri="{FF2B5EF4-FFF2-40B4-BE49-F238E27FC236}">
                <a16:creationId xmlns:a16="http://schemas.microsoft.com/office/drawing/2014/main" id="{59CB3556-1205-3131-2887-2F539F422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BBC332E9-AFCE-8EF7-3F02-11A165BA9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dirty="0"/>
              <a:t>かぞくのしょうかい</a:t>
            </a:r>
            <a:br>
              <a:rPr lang="en-US" altLang="ja-JP" sz="3600" dirty="0"/>
            </a:br>
            <a:r>
              <a:rPr lang="en-US" altLang="ja-JP" sz="3200" dirty="0"/>
              <a:t>Introducing the family</a:t>
            </a:r>
            <a:endParaRPr sz="3600" dirty="0"/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4B6E9712-6323-4676-9020-6434A9245AB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90275" y="1037350"/>
            <a:ext cx="1314824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350" name="Google Shape;350;p37">
            <a:extLst>
              <a:ext uri="{FF2B5EF4-FFF2-40B4-BE49-F238E27FC236}">
                <a16:creationId xmlns:a16="http://schemas.microsoft.com/office/drawing/2014/main" id="{C1B8F481-4897-244D-BD47-5C0964CF78B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rcRect l="23212" r="23212"/>
          <a:stretch/>
        </p:blipFill>
        <p:spPr>
          <a:xfrm>
            <a:off x="713225" y="405213"/>
            <a:ext cx="3171675" cy="4333073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279163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LESSON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957843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briefly about your family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A. Mention how many family member do you have         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B. W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 are they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(particle 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と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)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Information about your family member (name, 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age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occupation, nationality)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　</a:t>
                      </a:r>
                      <a:endParaRPr lang="en-US"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Mention where they lives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957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2DA86DA2-B282-38D8-AF9D-1BF19BE8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694D7296-851D-7904-2FDA-DF34ED60E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20B5B49B-8596-3EB3-0964-057EC595E5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993913"/>
            <a:ext cx="4198290" cy="3506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①　</a:t>
            </a:r>
            <a:r>
              <a:rPr lang="en-US" altLang="ja-JP" sz="1400" dirty="0"/>
              <a:t>A.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Mention how many family member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　　　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you have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わたしのかぞく </a:t>
            </a:r>
            <a:r>
              <a:rPr lang="en-US" altLang="ja-JP" sz="1400" dirty="0"/>
              <a:t>– my family</a:t>
            </a: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b="1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b="1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797EA-E3B9-F4E8-CB90-4C2E973461CD}"/>
              </a:ext>
            </a:extLst>
          </p:cNvPr>
          <p:cNvSpPr txBox="1"/>
          <p:nvPr/>
        </p:nvSpPr>
        <p:spPr>
          <a:xfrm>
            <a:off x="4198290" y="643230"/>
            <a:ext cx="4945710" cy="4431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① </a:t>
            </a:r>
            <a:r>
              <a:rPr lang="ja-JP" altLang="en-US" u="sng" dirty="0">
                <a:solidFill>
                  <a:srgbClr val="202A41"/>
                </a:solidFill>
                <a:latin typeface="Poppins"/>
                <a:cs typeface="Poppins"/>
                <a:sym typeface="Poppins"/>
              </a:rPr>
              <a:t>わたしのかぞく・かぞく</a:t>
            </a:r>
            <a:r>
              <a:rPr lang="ja-JP" altLang="en-US" dirty="0">
                <a:solidFill>
                  <a:srgbClr val="202A41"/>
                </a:solidFill>
                <a:latin typeface="Poppins"/>
                <a:cs typeface="Poppins"/>
                <a:sym typeface="Poppins"/>
              </a:rPr>
              <a:t>は＿＿＿です</a:t>
            </a:r>
            <a:endParaRPr lang="en-US" altLang="ja-JP" dirty="0">
              <a:solidFill>
                <a:srgbClr val="202A41"/>
              </a:solidFill>
              <a:latin typeface="Poppins"/>
              <a:cs typeface="Poppins"/>
              <a:sym typeface="Poppins"/>
            </a:endParaRP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　　</a:t>
            </a:r>
            <a:r>
              <a:rPr kumimoji="0" lang="en-US" altLang="ja-JP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watshi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 no Kazoku</a:t>
            </a:r>
            <a:r>
              <a: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・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Kazoku </a:t>
            </a:r>
            <a:r>
              <a:rPr kumimoji="0" lang="en-US" altLang="ja-JP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wa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 _____ </a:t>
            </a:r>
            <a:r>
              <a:rPr kumimoji="0" lang="en-US" altLang="ja-JP" sz="1400" b="0" i="0" u="none" strike="noStrike" kern="0" cap="none" spc="0" normalizeH="0" baseline="0" noProof="0" dirty="0" err="1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desu</a:t>
            </a: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lang="en-US" altLang="ja-JP" noProof="0" dirty="0">
              <a:solidFill>
                <a:srgbClr val="202A41"/>
              </a:solidFill>
              <a:latin typeface="Poppins"/>
              <a:cs typeface="Poppins"/>
              <a:sym typeface="Poppins"/>
            </a:endParaRPr>
          </a:p>
          <a:p>
            <a:pPr marL="4381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Basic sentence : </a:t>
            </a:r>
          </a:p>
          <a:p>
            <a:pPr marL="152400" lvl="3">
              <a:spcBef>
                <a:spcPts val="1000"/>
              </a:spcBef>
              <a:buClr>
                <a:srgbClr val="202A41"/>
              </a:buClr>
              <a:buSzPts val="1200"/>
              <a:defRPr/>
            </a:pPr>
            <a:r>
              <a:rPr lang="ja-JP" altLang="en-US" b="1" dirty="0">
                <a:solidFill>
                  <a:srgbClr val="202A41"/>
                </a:solidFill>
                <a:latin typeface="Poppins"/>
                <a:cs typeface="Poppins"/>
                <a:sym typeface="Poppins"/>
              </a:rPr>
              <a:t>　　</a:t>
            </a:r>
            <a:r>
              <a:rPr kumimoji="0" lang="ja-JP" altLang="en-US" b="1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わたし の かぞく は </a:t>
            </a:r>
            <a:r>
              <a:rPr lang="ja-JP" altLang="en-US" b="1" dirty="0">
                <a:solidFill>
                  <a:srgbClr val="202A41"/>
                </a:solidFill>
                <a:latin typeface="Poppins"/>
                <a:cs typeface="Poppins"/>
                <a:sym typeface="Poppins"/>
              </a:rPr>
              <a:t>さんにん</a:t>
            </a:r>
            <a:r>
              <a:rPr kumimoji="0" lang="en-US" altLang="ja-JP" b="1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 </a:t>
            </a:r>
            <a:r>
              <a:rPr kumimoji="0" lang="ja-JP" altLang="en-US" b="1" i="0" u="none" strike="noStrike" kern="0" cap="none" spc="0" normalizeH="0" baseline="0" noProof="0" dirty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です</a:t>
            </a:r>
            <a:endParaRPr kumimoji="0" lang="en-US" altLang="ja-JP" b="1" i="0" u="none" strike="noStrike" kern="0" cap="none" spc="0" normalizeH="0" baseline="0" noProof="0" dirty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pPr marL="152400" lvl="3">
              <a:spcBef>
                <a:spcPts val="1000"/>
              </a:spcBef>
              <a:buClr>
                <a:srgbClr val="202A41"/>
              </a:buClr>
              <a:buSzPts val="1200"/>
              <a:defRPr/>
            </a:pPr>
            <a:r>
              <a:rPr lang="ja-JP" altLang="en-US" dirty="0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　　</a:t>
            </a:r>
            <a:r>
              <a:rPr lang="en-US" altLang="ja-JP" dirty="0" err="1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watashi</a:t>
            </a:r>
            <a:r>
              <a:rPr lang="en-US" altLang="ja-JP" dirty="0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 no </a:t>
            </a:r>
            <a:r>
              <a:rPr lang="en-US" altLang="ja-JP" dirty="0" err="1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kazoku</a:t>
            </a:r>
            <a:r>
              <a:rPr lang="en-US" altLang="ja-JP" dirty="0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altLang="ja-JP" dirty="0" err="1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wa</a:t>
            </a:r>
            <a:r>
              <a:rPr lang="en-US" altLang="ja-JP" dirty="0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altLang="ja-JP" u="sng" dirty="0" err="1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san‘nin</a:t>
            </a:r>
            <a:r>
              <a:rPr lang="en-US" altLang="ja-JP" u="sng" dirty="0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altLang="ja-JP" dirty="0" err="1">
                <a:solidFill>
                  <a:srgbClr val="C00000"/>
                </a:solidFill>
                <a:latin typeface="Poppins"/>
                <a:cs typeface="Poppins"/>
                <a:sym typeface="Poppins"/>
              </a:rPr>
              <a:t>desu</a:t>
            </a:r>
            <a:endParaRPr lang="en-US" altLang="ja-JP" dirty="0">
              <a:solidFill>
                <a:srgbClr val="C00000"/>
              </a:solidFill>
              <a:latin typeface="Poppins"/>
              <a:cs typeface="Poppins"/>
              <a:sym typeface="Poppins"/>
            </a:endParaRPr>
          </a:p>
          <a:p>
            <a:pPr marL="152400" lvl="3">
              <a:spcBef>
                <a:spcPts val="1000"/>
              </a:spcBef>
              <a:buClr>
                <a:srgbClr val="202A41"/>
              </a:buClr>
              <a:buSzPts val="1200"/>
              <a:defRPr/>
            </a:pPr>
            <a:r>
              <a:rPr kumimoji="0" lang="ja-JP" altLang="en-US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　　</a:t>
            </a:r>
            <a:r>
              <a: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There are 3 people in my family</a:t>
            </a: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lang="en-US" altLang="ja-JP" dirty="0">
              <a:solidFill>
                <a:srgbClr val="0070C0"/>
              </a:solidFill>
              <a:latin typeface="Poppins"/>
              <a:cs typeface="Poppins"/>
              <a:sym typeface="Poppins"/>
            </a:endParaRPr>
          </a:p>
          <a:p>
            <a:pPr marL="4381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1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Structure :</a:t>
            </a: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kumimoji="0" lang="en-US" altLang="ja-JP" sz="1400" b="1" i="0" u="none" strike="noStrike" kern="0" cap="none" spc="0" normalizeH="0" baseline="0" noProof="0" dirty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lang="en-US" altLang="ja-JP" b="1" dirty="0">
              <a:solidFill>
                <a:srgbClr val="202A41"/>
              </a:solidFill>
              <a:latin typeface="Poppins"/>
              <a:cs typeface="Poppins"/>
              <a:sym typeface="Poppins"/>
            </a:endParaRPr>
          </a:p>
          <a:p>
            <a:pPr marL="1524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A41"/>
              </a:buClr>
              <a:buSzPts val="1200"/>
              <a:buFont typeface="Poppins"/>
              <a:buNone/>
              <a:tabLst/>
              <a:defRPr/>
            </a:pPr>
            <a:endParaRPr kumimoji="0" lang="en-US" altLang="ja-JP" sz="1400" b="1" i="0" u="none" strike="noStrike" kern="0" cap="none" spc="0" normalizeH="0" baseline="0" noProof="0" dirty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FF8AD-434B-2F22-C8BE-5A3A0E73C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77095"/>
              </p:ext>
            </p:extLst>
          </p:nvPr>
        </p:nvGraphicFramePr>
        <p:xfrm>
          <a:off x="4572000" y="4091075"/>
          <a:ext cx="3792772" cy="818390"/>
        </p:xfrm>
        <a:graphic>
          <a:graphicData uri="http://schemas.openxmlformats.org/drawingml/2006/table">
            <a:tbl>
              <a:tblPr firstRow="1" bandRow="1">
                <a:tableStyleId>{37ECED31-040B-4B96-B264-8210C48EDFA1}</a:tableStyleId>
              </a:tblPr>
              <a:tblGrid>
                <a:gridCol w="948193">
                  <a:extLst>
                    <a:ext uri="{9D8B030D-6E8A-4147-A177-3AD203B41FA5}">
                      <a16:colId xmlns:a16="http://schemas.microsoft.com/office/drawing/2014/main" val="1223348351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3875945701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991984652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1773399085"/>
                    </a:ext>
                  </a:extLst>
                </a:gridCol>
              </a:tblGrid>
              <a:tr h="4091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です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35586"/>
                  </a:ext>
                </a:extLst>
              </a:tr>
              <a:tr h="4091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なんにん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ですか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1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788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FFE226C-495C-285C-43EE-4CC3265D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84BA356B-041D-894F-053A-BA9988BA08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5780598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NUMBERS &amp; COUNTERS</a:t>
            </a:r>
            <a:endParaRPr sz="2400" dirty="0"/>
          </a:p>
        </p:txBody>
      </p:sp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15E7693E-0143-4C47-0082-922EE7CEF054}"/>
              </a:ext>
            </a:extLst>
          </p:cNvPr>
          <p:cNvSpPr txBox="1">
            <a:spLocks/>
          </p:cNvSpPr>
          <p:nvPr/>
        </p:nvSpPr>
        <p:spPr>
          <a:xfrm>
            <a:off x="1196532" y="1507652"/>
            <a:ext cx="6750936" cy="3105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Link for counting numbers in Japanese :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>
                <a:hlinkClick r:id="rId3"/>
              </a:rPr>
              <a:t>https://www.tofugu.com/japanese/counting-in-japanese/</a:t>
            </a: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Link for numbers &amp; basic counters :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>
                <a:hlinkClick r:id="rId4"/>
              </a:rPr>
              <a:t>https://www.tofugu.com/japanese-grammar/numbers-and-counters/</a:t>
            </a: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Link for other counters :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https://www.tofugu.com/japanese/japanese-counters-list/</a:t>
            </a: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Font typeface="Poppins"/>
              <a:buNone/>
            </a:pPr>
            <a:r>
              <a:rPr lang="en-US" sz="1400" dirty="0"/>
              <a:t> </a:t>
            </a:r>
          </a:p>
          <a:p>
            <a:pPr marL="152400" indent="0">
              <a:spcBef>
                <a:spcPts val="1000"/>
              </a:spcBef>
              <a:buFont typeface="Poppins"/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Font typeface="Poppins"/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Font typeface="Poppins"/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Font typeface="Poppins"/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Font typeface="Poppins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6482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03DACC92-FDF7-043E-695B-CE2D4658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A9EBEDD-95BC-2FDD-10B0-CA8907C33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14767A9A-E2F3-AAD3-C2E2-D0DA4D3381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69"/>
            <a:ext cx="3856384" cy="3749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① </a:t>
            </a:r>
            <a:r>
              <a:rPr lang="en-US" altLang="ja-JP" sz="1400" dirty="0"/>
              <a:t>B. Who are they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altLang="ja-JP" sz="1400" dirty="0"/>
              <a:t>*Family member’s term</a:t>
            </a:r>
          </a:p>
          <a:p>
            <a:pPr marL="438150" lvl="0" indent="-285750" algn="l" rtl="0">
              <a:spcBef>
                <a:spcPts val="1000"/>
              </a:spcBef>
              <a:spcAft>
                <a:spcPts val="0"/>
              </a:spcAft>
              <a:buSzPts val="1200"/>
              <a:buFontTx/>
              <a:buChar char="-"/>
            </a:pPr>
            <a:r>
              <a:rPr lang="en-US" altLang="ja-JP" sz="1400" dirty="0"/>
              <a:t>Own family member</a:t>
            </a:r>
          </a:p>
          <a:p>
            <a:pPr marL="438150" lvl="0" indent="-285750" algn="l" rtl="0">
              <a:spcBef>
                <a:spcPts val="1000"/>
              </a:spcBef>
              <a:spcAft>
                <a:spcPts val="0"/>
              </a:spcAft>
              <a:buSzPts val="1200"/>
              <a:buFontTx/>
              <a:buChar char="-"/>
            </a:pPr>
            <a:r>
              <a:rPr lang="en-US" altLang="ja-JP" sz="1400" dirty="0"/>
              <a:t>Someone else family member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146AE2C-4A00-0214-68D5-54C8383F79A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582" t="17001" r="31213" b="35438"/>
          <a:stretch/>
        </p:blipFill>
        <p:spPr>
          <a:xfrm>
            <a:off x="3768780" y="856340"/>
            <a:ext cx="5375220" cy="3667953"/>
          </a:xfrm>
        </p:spPr>
      </p:pic>
    </p:spTree>
    <p:extLst>
      <p:ext uri="{BB962C8B-B14F-4D97-AF65-F5344CB8AC3E}">
        <p14:creationId xmlns:p14="http://schemas.microsoft.com/office/powerpoint/2010/main" val="277648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7416A0D-AA7D-DFA2-9046-CE66116C7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517E1A-DB8E-EED5-ACCF-1936CE5599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16" r="2638"/>
          <a:stretch/>
        </p:blipFill>
        <p:spPr>
          <a:xfrm>
            <a:off x="1443161" y="0"/>
            <a:ext cx="6257677" cy="51434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BAB7C7-44D4-7CAE-06F1-27B01899C956}"/>
              </a:ext>
            </a:extLst>
          </p:cNvPr>
          <p:cNvSpPr txBox="1"/>
          <p:nvPr/>
        </p:nvSpPr>
        <p:spPr>
          <a:xfrm>
            <a:off x="5160398" y="3538330"/>
            <a:ext cx="2027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かけいず・家系図</a:t>
            </a:r>
            <a:endParaRPr lang="en-US" altLang="ja-JP" sz="1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altLang="ja-JP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Family Tree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1196E-F535-721E-4DA7-64AB7642B4F5}"/>
              </a:ext>
            </a:extLst>
          </p:cNvPr>
          <p:cNvSpPr txBox="1"/>
          <p:nvPr/>
        </p:nvSpPr>
        <p:spPr>
          <a:xfrm>
            <a:off x="2879698" y="743120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sofu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83E0B-9471-8AD9-6577-3200B445FE6B}"/>
              </a:ext>
            </a:extLst>
          </p:cNvPr>
          <p:cNvSpPr txBox="1"/>
          <p:nvPr/>
        </p:nvSpPr>
        <p:spPr>
          <a:xfrm>
            <a:off x="5572541" y="743120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sobo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AE5DF-546A-40C4-8369-5127DE0DBFCB}"/>
              </a:ext>
            </a:extLst>
          </p:cNvPr>
          <p:cNvSpPr txBox="1"/>
          <p:nvPr/>
        </p:nvSpPr>
        <p:spPr>
          <a:xfrm>
            <a:off x="3130164" y="1640128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haha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4A7C3-971A-A6AF-50CA-DF38ACA26704}"/>
              </a:ext>
            </a:extLst>
          </p:cNvPr>
          <p:cNvSpPr txBox="1"/>
          <p:nvPr/>
        </p:nvSpPr>
        <p:spPr>
          <a:xfrm>
            <a:off x="5160398" y="1640128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chichi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C77D9-97BF-37B8-8C87-BE362312B018}"/>
              </a:ext>
            </a:extLst>
          </p:cNvPr>
          <p:cNvSpPr txBox="1"/>
          <p:nvPr/>
        </p:nvSpPr>
        <p:spPr>
          <a:xfrm>
            <a:off x="1289439" y="2497373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imooto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89BE7-9819-00DE-8AD6-7A65D5B7ACE4}"/>
              </a:ext>
            </a:extLst>
          </p:cNvPr>
          <p:cNvSpPr txBox="1"/>
          <p:nvPr/>
        </p:nvSpPr>
        <p:spPr>
          <a:xfrm>
            <a:off x="2688867" y="2494805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ane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3EAA7-DBD6-44BE-BD4D-84C95B0BA2FC}"/>
              </a:ext>
            </a:extLst>
          </p:cNvPr>
          <p:cNvSpPr txBox="1"/>
          <p:nvPr/>
        </p:nvSpPr>
        <p:spPr>
          <a:xfrm>
            <a:off x="3332921" y="2494805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tsuma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6CC74-3E58-79BC-5071-637DF5852AEF}"/>
              </a:ext>
            </a:extLst>
          </p:cNvPr>
          <p:cNvSpPr txBox="1"/>
          <p:nvPr/>
        </p:nvSpPr>
        <p:spPr>
          <a:xfrm>
            <a:off x="5139192" y="2517936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D28C6A-BA2E-9254-A98E-2B717FB14D74}"/>
              </a:ext>
            </a:extLst>
          </p:cNvPr>
          <p:cNvSpPr txBox="1"/>
          <p:nvPr/>
        </p:nvSpPr>
        <p:spPr>
          <a:xfrm>
            <a:off x="6048288" y="2494805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otooto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85DAA-D9F1-C995-2F05-2372ED3722B3}"/>
              </a:ext>
            </a:extLst>
          </p:cNvPr>
          <p:cNvSpPr txBox="1"/>
          <p:nvPr/>
        </p:nvSpPr>
        <p:spPr>
          <a:xfrm>
            <a:off x="3066554" y="3391813"/>
            <a:ext cx="755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otto</a:t>
            </a:r>
          </a:p>
        </p:txBody>
      </p:sp>
    </p:spTree>
    <p:extLst>
      <p:ext uri="{BB962C8B-B14F-4D97-AF65-F5344CB8AC3E}">
        <p14:creationId xmlns:p14="http://schemas.microsoft.com/office/powerpoint/2010/main" val="139629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6D65B73F-647D-6EF6-6462-212C8897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81A682C-20A3-3409-C63E-E84D420DD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51472"/>
              </p:ext>
            </p:extLst>
          </p:nvPr>
        </p:nvGraphicFramePr>
        <p:xfrm>
          <a:off x="2433099" y="825996"/>
          <a:ext cx="4277802" cy="3833469"/>
        </p:xfrm>
        <a:graphic>
          <a:graphicData uri="http://schemas.openxmlformats.org/drawingml/2006/table">
            <a:tbl>
              <a:tblPr firstRow="1" bandRow="1">
                <a:tableStyleId>{37ECED31-040B-4B96-B264-8210C48EDFA1}</a:tableStyleId>
              </a:tblPr>
              <a:tblGrid>
                <a:gridCol w="2138901">
                  <a:extLst>
                    <a:ext uri="{9D8B030D-6E8A-4147-A177-3AD203B41FA5}">
                      <a16:colId xmlns:a16="http://schemas.microsoft.com/office/drawing/2014/main" val="3346603350"/>
                    </a:ext>
                  </a:extLst>
                </a:gridCol>
                <a:gridCol w="2138901">
                  <a:extLst>
                    <a:ext uri="{9D8B030D-6E8A-4147-A177-3AD203B41FA5}">
                      <a16:colId xmlns:a16="http://schemas.microsoft.com/office/drawing/2014/main" val="2987628924"/>
                    </a:ext>
                  </a:extLst>
                </a:gridCol>
              </a:tblGrid>
              <a:tr h="533035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おじ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uncle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おば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aunty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09430"/>
                  </a:ext>
                </a:extLst>
              </a:tr>
              <a:tr h="533035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おい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nephew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めい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niece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16987"/>
                  </a:ext>
                </a:extLst>
              </a:tr>
              <a:tr h="533035">
                <a:tc gridSpan="2"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いとこ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male/female cousin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23602"/>
                  </a:ext>
                </a:extLst>
              </a:tr>
              <a:tr h="920032">
                <a:tc gridSpan="2"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ちょうじょ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First-born daughter</a:t>
                      </a:r>
                    </a:p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じじょ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Second-born daughter</a:t>
                      </a:r>
                    </a:p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さんじょ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Third-born daughter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210152"/>
                  </a:ext>
                </a:extLst>
              </a:tr>
              <a:tr h="920032">
                <a:tc gridSpan="2"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ちょうなん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First-born son</a:t>
                      </a:r>
                    </a:p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じなん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Second-born son</a:t>
                      </a:r>
                    </a:p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さんなん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Third-born son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78597"/>
                  </a:ext>
                </a:extLst>
              </a:tr>
              <a:tr h="394300">
                <a:tc gridSpan="2"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ぎりの～ </a:t>
                      </a:r>
                      <a:r>
                        <a:rPr lang="en-US" altLang="ja-JP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= ~in law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0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04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008A848-601D-241A-244E-95D2533C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4C2F46-AF57-6755-FC1C-46FB00AC4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3" r="2697"/>
          <a:stretch/>
        </p:blipFill>
        <p:spPr>
          <a:xfrm>
            <a:off x="1319916" y="1"/>
            <a:ext cx="6504167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34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68FC5-9317-8D51-BCD1-0505B2C4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87" t="65465" r="35982" b="8770"/>
          <a:stretch/>
        </p:blipFill>
        <p:spPr>
          <a:xfrm>
            <a:off x="1059629" y="218164"/>
            <a:ext cx="7024742" cy="31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83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10B13576-A410-2D4E-E01B-3E05DD22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C9FF500-C53D-DA11-A220-0546A629C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B84C292F-512C-C83F-CD9A-5190E0E806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041621"/>
            <a:ext cx="5502303" cy="3904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②　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Information about your family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      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member (name</a:t>
            </a:r>
            <a:r>
              <a:rPr lang="en-US" sz="1400" dirty="0">
                <a:solidFill>
                  <a:schemeClr val="dk1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, age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occupation,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       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nationality)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ja-JP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47B4B-D260-0F98-4325-A167E1DC7008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4" name="Picture Placeholder 8">
            <a:extLst>
              <a:ext uri="{FF2B5EF4-FFF2-40B4-BE49-F238E27FC236}">
                <a16:creationId xmlns:a16="http://schemas.microsoft.com/office/drawing/2014/main" id="{E4A37A37-8FD5-3B94-2BFF-183BAEDB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19" t="19534" r="28128" b="13097"/>
          <a:stretch/>
        </p:blipFill>
        <p:spPr>
          <a:xfrm>
            <a:off x="3641698" y="530337"/>
            <a:ext cx="5502302" cy="459752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890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781E35FA-11C2-BC95-BB31-C7EC694A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B4414AE3-2EAC-F118-F2BF-AEFD8297E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E987A715-6BDC-34D5-A2DC-D170ED67EB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196669"/>
            <a:ext cx="5502303" cy="3749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③　</a:t>
            </a:r>
            <a:r>
              <a:rPr lang="en-US" altLang="ja-JP" sz="1400" dirty="0"/>
              <a:t>Mention where they live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すんでいます　</a:t>
            </a:r>
            <a:r>
              <a:rPr lang="en-US" altLang="ja-JP" sz="1400" dirty="0"/>
              <a:t>– living (to live)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ja-JP" alt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5AA1F53-B1E9-F0A1-C7D2-F6C8F4C1D2A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326" t="17275" r="30727" b="28022"/>
          <a:stretch/>
        </p:blipFill>
        <p:spPr>
          <a:xfrm>
            <a:off x="3419061" y="615475"/>
            <a:ext cx="5724939" cy="4409748"/>
          </a:xfrm>
        </p:spPr>
      </p:pic>
    </p:spTree>
    <p:extLst>
      <p:ext uri="{BB962C8B-B14F-4D97-AF65-F5344CB8AC3E}">
        <p14:creationId xmlns:p14="http://schemas.microsoft.com/office/powerpoint/2010/main" val="1181105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61B0-088C-24E7-B156-A67ADBF3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610675-E2EB-7CDE-A608-3B63EDE16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20" t="46590" r="44091" b="21236"/>
          <a:stretch/>
        </p:blipFill>
        <p:spPr>
          <a:xfrm>
            <a:off x="1804946" y="477077"/>
            <a:ext cx="5534108" cy="407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6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72B404D3-A1F7-0F79-C51A-0D2AB097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7A8B7054-0FB1-5ADC-5B03-E35564D9C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181FF4AB-B4F6-1F17-CC0B-174D7288A02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1" y="1065475"/>
            <a:ext cx="5502303" cy="3880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④ </a:t>
            </a:r>
            <a:r>
              <a:rPr lang="en-US" sz="1400" dirty="0"/>
              <a:t>Particle </a:t>
            </a:r>
            <a:r>
              <a:rPr lang="ja-JP" altLang="en-US" sz="1400" dirty="0"/>
              <a:t>の</a:t>
            </a: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Used to connect two nouns 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altLang="ja-JP" sz="1400" dirty="0"/>
              <a:t>(cannot connect verbs/adjectives)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N1 modifies/describe N2.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N2 is the main point</a:t>
            </a:r>
          </a:p>
          <a:p>
            <a:pPr marL="152400" indent="0">
              <a:spcBef>
                <a:spcPts val="1000"/>
              </a:spcBef>
              <a:buNone/>
            </a:pPr>
            <a:r>
              <a:rPr lang="en-US" sz="1400" dirty="0"/>
              <a:t>N1 is extra point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C8B1CD8-1AC3-C4DE-73EB-26EA59BDE56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614" t="17056" r="30831" b="35340"/>
          <a:stretch/>
        </p:blipFill>
        <p:spPr>
          <a:xfrm>
            <a:off x="3605643" y="967656"/>
            <a:ext cx="5538357" cy="3749041"/>
          </a:xfrm>
        </p:spPr>
      </p:pic>
    </p:spTree>
    <p:extLst>
      <p:ext uri="{BB962C8B-B14F-4D97-AF65-F5344CB8AC3E}">
        <p14:creationId xmlns:p14="http://schemas.microsoft.com/office/powerpoint/2010/main" val="2263263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2C637-7CC1-E7BB-33FC-52F301F9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DA5E5-32D3-ED17-A6A0-1C065F0D1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42" t="40995" r="46816" b="18400"/>
          <a:stretch/>
        </p:blipFill>
        <p:spPr>
          <a:xfrm>
            <a:off x="2564296" y="326003"/>
            <a:ext cx="4015408" cy="421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8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4" name="Google Shape;7994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517</Words>
  <Application>Microsoft Office PowerPoint</Application>
  <PresentationFormat>On-screen Show (16:9)</PresentationFormat>
  <Paragraphs>132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Poppins</vt:lpstr>
      <vt:lpstr>Proxima Nova</vt:lpstr>
      <vt:lpstr>Nunito Light</vt:lpstr>
      <vt:lpstr>Arial</vt:lpstr>
      <vt:lpstr>Proxima Nova Semibold</vt:lpstr>
      <vt:lpstr>Industrial Preliminary Project by Slidesgo</vt:lpstr>
      <vt:lpstr>Slidesgo Final Pages</vt:lpstr>
      <vt:lpstr>BASIC JAPANESE LANGUAGE</vt:lpstr>
      <vt:lpstr>PREVIOUS CONTENTS</vt:lpstr>
      <vt:lpstr>復習しましょう・ふくしゅうしましょう</vt:lpstr>
      <vt:lpstr>かぞくのしょうかい Introducing the family</vt:lpstr>
      <vt:lpstr>CONTENTS OF THIS LESSON</vt:lpstr>
      <vt:lpstr>GRAMMAR PART </vt:lpstr>
      <vt:lpstr>NUMBERS &amp; COUNTERS</vt:lpstr>
      <vt:lpstr>GRAMMAR PART </vt:lpstr>
      <vt:lpstr>PowerPoint Presentation</vt:lpstr>
      <vt:lpstr>PowerPoint Presentation</vt:lpstr>
      <vt:lpstr>PowerPoint Presentation</vt:lpstr>
      <vt:lpstr>PowerPoint Presentation</vt:lpstr>
      <vt:lpstr>GRAMMAR PART </vt:lpstr>
      <vt:lpstr>GRAMMAR PART </vt:lpstr>
      <vt:lpstr>PowerPoint Presentation</vt:lpstr>
      <vt:lpstr>GRAMMAR PART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13</cp:revision>
  <dcterms:modified xsi:type="dcterms:W3CDTF">2026-04-06T08:41:34Z</dcterms:modified>
</cp:coreProperties>
</file>
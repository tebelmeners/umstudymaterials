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sldIdLst>
    <p:sldId id="257" r:id="rId5"/>
    <p:sldId id="258" r:id="rId6"/>
    <p:sldId id="274" r:id="rId7"/>
    <p:sldId id="259" r:id="rId8"/>
    <p:sldId id="267" r:id="rId9"/>
    <p:sldId id="424" r:id="rId10"/>
    <p:sldId id="275" r:id="rId11"/>
    <p:sldId id="425" r:id="rId12"/>
    <p:sldId id="276" r:id="rId13"/>
    <p:sldId id="419" r:id="rId14"/>
    <p:sldId id="278" r:id="rId15"/>
    <p:sldId id="421" r:id="rId16"/>
    <p:sldId id="4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1A4C-87D7-33AB-00EB-649F14831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482AD-55E4-FB7C-2B57-10D485C34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E8A5-7853-22E7-E621-EE7D3DA8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0409F-0F5B-C173-6B31-E9603176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EDACA-994B-DA40-7F04-E73C7475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923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7CAD-0FAC-EEAB-3C2B-65A71668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C79FE-CE57-41DD-6CE2-02B99CDE2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A2AC0-AA48-AD08-E681-806C9B73D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2EA42-6002-8722-5F68-6C7230EA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E3838-D47F-112E-12D1-A5002CC7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47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3ABAF-AE78-842A-9A69-7C220488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8983A-7A4A-09A3-25D3-1B4D40A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41B15-88BD-95A4-E7BE-05B3618A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ED921-9697-3303-088A-55651138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9848-92C0-24EE-B5D2-BC384890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05158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35B8-904A-3DFA-5BDB-20096C2F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DA3D-3BA4-3871-BF83-0969D09E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AFC86-BB01-35D8-4003-BAD1F4243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0A47A-46B2-87FE-EDA9-A80E3AA4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E5BE5-6AEE-4220-0ED5-DFCA4330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C3F71-13DD-9657-0804-B0DD6FA9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2427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1607-F6E6-A048-2669-8BA5D4CA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31DFB-F69A-FEB5-7D94-6F84EAC56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0A99D-AD76-01DD-4723-DC241CA44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B8877-EB99-DB6C-F660-35083D179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763CE1-6B53-BA6A-2359-54B8E8578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B1BD9-4463-E0C1-C075-13105F9D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502CF-E940-DF6D-73A3-2AFBE7E1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F750AD-8CE9-1E9C-56FC-E3017EE1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28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FB68B-B4A2-38AD-55AD-4C162708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0D355-AF62-27D0-EDCA-621289B2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2F949-9726-B19C-0C8B-8B5BE5C7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10076-D1CC-A00B-A49E-3D00E1E3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343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F2824-FED5-4EFE-9CFF-1B1DF30C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0362EA-22A8-4132-6E5C-E89E2D26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85027-424D-5162-6945-D2B401FD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04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ED07-E04E-B967-33FF-EA6FF520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3E487-2DF7-8BAF-59AE-2C23CB17D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31684-A39E-EE24-585C-C8ADA3DA1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804A-66EB-7B90-7EBD-1D43F8A9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32205-FA7A-CA28-6E46-352519338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ED8FC-CE4C-D149-9317-E049E586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1026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9CD9-1402-1D0F-BD94-79AEE8EF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0994E-9A02-0A04-F00A-92012FDA1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AF5A5-9C8D-B410-B198-3E6A3FE00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31704-8589-D446-9B7D-C8A70DF9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2A683-3EB3-9CEE-92C8-A437FA25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B88A0-DA60-BA4C-190A-B52BB94A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1847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88D8-F4C4-77E0-651B-6DB5ED4D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6B1048-C39D-AF85-3B2F-894F76880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AB9BA-4B5F-C8FA-DECB-504B726D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551EF-F38E-6535-1C52-845D4573D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A6FA8-0928-EE72-F1B3-D9FDDFB4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542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71915F-2C01-D153-2B42-7E68C416F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F42B4-7C4C-9697-65EB-C3E6F0F93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2EA2C-5CBF-1F8C-8A57-46E2F502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4F691-B919-1515-C266-6DF437A6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0CDDE-D691-AE9D-B374-D4EEBF85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3872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90C0-1F1E-44C6-9D87-6646C52F3989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40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C6CE4-1ED2-4104-8E4A-B03BCE0F7314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3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DB35F-9853-4C87-9440-B2675F46E03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87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8666-CC53-4666-B391-15EDA62AD078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1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B37D-50F7-462E-9330-FFE464F23D8E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66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FC42-C622-45ED-A5B6-56813C09ECF1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88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5489-9034-4A7D-9F4C-F58FFC342A1C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72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FAEB-522F-4229-AF3E-2FFF4BD25469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74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8E27-8ED0-45F6-AF49-4244F0706F64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76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25CA-052D-4F16-A898-112FA010132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84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CB07-2879-43D0-A466-1F6051099DC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50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19"/>
            <a:ext cx="58293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07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218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003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90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16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951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531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856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250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13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14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F095-D2B7-E28C-3B24-7E840ABD3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2331E-8334-8C0F-ED5C-CE8FEEC55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0F6E0-CC69-F1F1-44D8-BE6EFB4F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B0EC-8670-4A4C-A76D-3A15F779320C}" type="datetime1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AF22B-598A-5F51-976E-5FB3C1A8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5CEED-089A-157D-5D65-0F031592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95604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13FD-DEE5-D223-922D-2C90C6B2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19A20-E44D-F08C-AB6A-39D8BBD3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168C0-785D-E5BE-F26D-9EE8F43E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26DD9-EDD4-49A3-BEAE-BA129B10C6BF}" type="datetime1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E36CC-944E-6D30-9C6D-05428F79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C2F51-6FFD-B17C-3DF4-8FECF9FC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896558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4C3E-9A13-BBA2-9C0D-43D70C4BE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03A0E-AEC7-9A10-6CE8-1817E1063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5AE91-5EDA-A518-39BE-17FEEBA5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C3F50-A495-421C-B5AC-CF8509D6E68E}" type="datetime1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5860C-FC0B-187C-DB2F-303F2ECD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5AFE-4962-440A-FA6E-342F1B9F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526406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5897-4926-2666-BCDF-881D50BF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AE283-959A-03A2-88D6-7E1B15FCB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071D7-12A2-7BA4-DC5B-6A23BEDB0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6F92C-3F53-94A7-C580-86578323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D662-BCF7-47B0-A137-9BFAE87BC172}" type="datetime1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4A7F7-4EA4-AD0F-43CF-C8A00602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CFC44-64A7-E952-8D7A-C12F0F45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26224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4F40-AA9D-34A1-EF03-2DF78CA8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D4A47-6493-21BD-F8A8-483A5F4F2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768BC-517C-2597-82CF-7AA5EA13F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3AE12-AE3D-7930-5F7E-31DC623EC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1D186-713A-8349-6FC9-D237EDCE9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50816-EC63-3CD0-4058-F0E81770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9E7E-7CA7-424A-8F73-AC87E82FEB07}" type="datetime1">
              <a:rPr lang="en-MY" smtClean="0"/>
              <a:t>1/4/2026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42522-E0D8-99E7-8C85-3B30A0A3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DCB94-1A53-B39F-273F-609101D9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311389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25CF-F35C-9A1E-E960-88CF1F7C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6B0D32-4069-569C-784A-29D794A2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CE305-773F-4C90-8E78-7454EB6FAE4E}" type="datetime1">
              <a:rPr lang="en-MY" smtClean="0"/>
              <a:t>1/4/2026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5F977-66BE-6C58-3ACC-11A18317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0404B-4B2D-4591-83CD-FF683D52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027234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F90E4-C003-1F10-27D2-3405B804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67139-608F-4E80-9B45-1D839CD6361C}" type="datetime1">
              <a:rPr lang="en-MY" smtClean="0"/>
              <a:t>1/4/2026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3F9B3-266B-0EC9-37A1-0E2678BC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A3C34-D2CF-F322-62EE-5C6EAF33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960568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538D-04A7-479B-9713-8587AD81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1AB3-15C6-7A2F-08BE-1DEA2CBDB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ED859-D819-4A5A-5403-C36EB7AE3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24B47-CCF4-ADC1-EBB5-A58526C7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2AAE1-D7BF-4A7D-AB2F-2483CBD71D9A}" type="datetime1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B196D-2A3B-C8F8-30A8-53805F89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2425E-3422-B18A-DD49-A2C32EFB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639583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CE8E-1235-56F0-6E51-68EA2C98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CD2984-4C3F-564A-DC91-DB171AB78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2867-9660-04E0-2B03-DF470551C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6E5A4-C2F0-ACBF-7846-5D9BA3E9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1D194-C9AF-4FCE-AC4E-98E17848F82E}" type="datetime1">
              <a:rPr lang="en-MY" smtClean="0"/>
              <a:t>1/4/2026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AB2D6-BED0-9F69-E79D-4A620FD4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D2C10-43BC-7C21-8561-C283D075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58867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B50D-2F75-5E09-5CBA-81157BEC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E9803-DE9E-565B-743D-588999602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B2EA8-EE00-32AC-3300-FCCB4C4C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6D5D-3C35-4DF0-A666-9B85BBCFC495}" type="datetime1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B7513-3F61-92CD-E4A7-F6594673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1B024-C831-45C7-C953-35779D03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26534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21B0D-B163-EEFA-A315-B7F3D08C9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71B79-D19A-573C-82B1-64BBE1FB7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7E9E8-9B36-3515-1066-C24241B9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B8BD2-DEF9-4493-9906-F8876E0805BF}" type="datetime1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2A13E-2EBA-87DD-ED8D-0A38F98C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6732-11FF-F3AB-158A-5CA8E8CB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9754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DA63DB-D73F-57B3-FC5E-0BBBC7A36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B10B1-CECD-BD1B-AE4D-8A4260EC6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9332E-5722-8163-A376-FDD93DA24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E72F4-1016-4025-89B9-AB2C915AB794}" type="datetimeFigureOut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55618-0852-98C6-4D26-996899427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ABAD9-69C8-C42A-AD2C-18EE986A2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15905-569F-4752-BC53-008EAD2EFD4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639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59D1-1147-4B79-BD2B-9616D0C6808F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5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3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34ADD-D2AB-C78E-3AAF-89E047D9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5C0BD-61D1-DADF-6FDD-168775888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53E8-05D6-0F68-C2A7-997C8E35A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B9D26-D426-443A-8CD7-E76CB5CCDD79}" type="datetime1">
              <a:rPr lang="en-MY" smtClean="0"/>
              <a:t>1/4/2026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56E64-A2DB-F3B9-01CA-596E59B6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9103-0E69-32FC-4D7E-B016313D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7350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81AF24-DF4C-E7C4-D509-18D605355C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076378-FADC-40A2-A7AE-1603E1498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MY" sz="4100" b="1" dirty="0">
                <a:latin typeface="+mn-lt"/>
              </a:rPr>
              <a:t>SIX1015 Science, Technology and Society Semester 2 2025/2026</a:t>
            </a:r>
            <a:endParaRPr lang="en-US" sz="41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A8C15-8018-484D-8BCD-2E6B29587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r>
              <a:rPr lang="en-MY" sz="3200" b="1" dirty="0"/>
              <a:t>Sociology of Science and Technology- part 2</a:t>
            </a:r>
          </a:p>
          <a:p>
            <a:pPr algn="l"/>
            <a:endParaRPr lang="en-MY" sz="200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9A137-8D8C-4465-A861-F59E166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CF2D47E-0AF1-4C27-801F-64E3E5BF7F7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36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D4DB9-ED34-2515-4954-38B423EC3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816" y="639171"/>
            <a:ext cx="9279193" cy="7589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MY" b="1" dirty="0"/>
              <a:t>Internal and external sociology of science and technology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3ED36-8DE1-57FF-8928-7AE9DDCFB34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37" r="-527"/>
          <a:stretch>
            <a:fillRect/>
          </a:stretch>
        </p:blipFill>
        <p:spPr>
          <a:xfrm>
            <a:off x="1022061" y="1350951"/>
            <a:ext cx="5626512" cy="54354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282B0-DA4B-415F-62AC-92F910A6328E}"/>
              </a:ext>
            </a:extLst>
          </p:cNvPr>
          <p:cNvSpPr txBox="1"/>
          <p:nvPr/>
        </p:nvSpPr>
        <p:spPr>
          <a:xfrm>
            <a:off x="6866849" y="4726818"/>
            <a:ext cx="48094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Ziman, J. M. (1987). An introduction to science studies: The philosophical and social aspects of science and technology. Cambridge University Press.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D7C575-F9AD-E851-0A8B-7B71FB0F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1AEE-42A4-49C0-8085-B8D196A9381C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33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459" y="814111"/>
            <a:ext cx="11521440" cy="44776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2880" y="283169"/>
            <a:ext cx="11881301" cy="60940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43279D-3BA4-C94D-B628-BC1F6261169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3" t="-2980"/>
          <a:stretch>
            <a:fillRect/>
          </a:stretch>
        </p:blipFill>
        <p:spPr>
          <a:xfrm>
            <a:off x="1522199" y="584036"/>
            <a:ext cx="8929346" cy="43183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9D1393-05AD-AC3F-26E0-A8CDE439E25F}"/>
              </a:ext>
            </a:extLst>
          </p:cNvPr>
          <p:cNvSpPr txBox="1"/>
          <p:nvPr/>
        </p:nvSpPr>
        <p:spPr>
          <a:xfrm>
            <a:off x="1109079" y="4972102"/>
            <a:ext cx="101055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socio-technical system </a:t>
            </a:r>
            <a:r>
              <a:rPr lang="en-US" sz="2400" dirty="0" err="1"/>
              <a:t>recognises</a:t>
            </a:r>
            <a:r>
              <a:rPr lang="en-US" sz="2400" dirty="0"/>
              <a:t> that science, technology and society are not independent.</a:t>
            </a:r>
            <a:br>
              <a:rPr lang="en-US" sz="2400" dirty="0"/>
            </a:br>
            <a:r>
              <a:rPr lang="en-US" sz="2400" dirty="0"/>
              <a:t>They are shaped by interactions between people, institutions and policies.</a:t>
            </a:r>
            <a:endParaRPr lang="en-MY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C2CE4-A8D2-C4B4-E6FC-64EA20BF3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3"/>
            <a:ext cx="10515600" cy="38758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change in one component will influence other components:</a:t>
            </a:r>
          </a:p>
          <a:p>
            <a:r>
              <a:rPr lang="en-US" dirty="0"/>
              <a:t>Technology changes may alter how people behave, may require new policies or regulations</a:t>
            </a:r>
          </a:p>
          <a:p>
            <a:r>
              <a:rPr lang="en-US" dirty="0"/>
              <a:t>Policy / institutional changes may enable or restrict certain technologies, may influence how people use technology</a:t>
            </a:r>
          </a:p>
          <a:p>
            <a:r>
              <a:rPr lang="en-US" dirty="0"/>
              <a:t>Changes in people may drive demand for new technologies, may influence policy decisions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316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65E6E18-5AD6-A4D0-BED5-AAFE4C51656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61143" y="1157785"/>
            <a:ext cx="6910164" cy="48686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77E152-6C6F-B4C9-F7A1-F9ECF4258D31}"/>
              </a:ext>
            </a:extLst>
          </p:cNvPr>
          <p:cNvSpPr txBox="1"/>
          <p:nvPr/>
        </p:nvSpPr>
        <p:spPr>
          <a:xfrm>
            <a:off x="1086233" y="1000317"/>
            <a:ext cx="4216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600" b="1" dirty="0"/>
              <a:t>Stakeholders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52618-2BBD-9B25-7E23-E053371D1F99}"/>
              </a:ext>
            </a:extLst>
          </p:cNvPr>
          <p:cNvSpPr txBox="1"/>
          <p:nvPr/>
        </p:nvSpPr>
        <p:spPr>
          <a:xfrm>
            <a:off x="822346" y="1914717"/>
            <a:ext cx="49463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MY" sz="2800" dirty="0"/>
              <a:t>Individuals or groups who are involved or affected by a science and technology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800" dirty="0"/>
              <a:t>Different stakeholders have different interests</a:t>
            </a:r>
          </a:p>
        </p:txBody>
      </p:sp>
    </p:spTree>
    <p:extLst>
      <p:ext uri="{BB962C8B-B14F-4D97-AF65-F5344CB8AC3E}">
        <p14:creationId xmlns:p14="http://schemas.microsoft.com/office/powerpoint/2010/main" val="94186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F12AE-8DFA-54BD-775E-B983AEAF1B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95" t="20817" r="226" b="25763"/>
          <a:stretch>
            <a:fillRect/>
          </a:stretch>
        </p:blipFill>
        <p:spPr>
          <a:xfrm>
            <a:off x="1094402" y="2041177"/>
            <a:ext cx="10003196" cy="366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848201-D98D-A3D9-E45F-11B95F22DCF2}"/>
              </a:ext>
            </a:extLst>
          </p:cNvPr>
          <p:cNvSpPr txBox="1"/>
          <p:nvPr/>
        </p:nvSpPr>
        <p:spPr>
          <a:xfrm>
            <a:off x="1094402" y="873105"/>
            <a:ext cx="6383102" cy="979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b="1" dirty="0"/>
              <a:t>Trade-offs of technology in society- impacts are unequal </a:t>
            </a:r>
          </a:p>
        </p:txBody>
      </p:sp>
    </p:spTree>
    <p:extLst>
      <p:ext uri="{BB962C8B-B14F-4D97-AF65-F5344CB8AC3E}">
        <p14:creationId xmlns:p14="http://schemas.microsoft.com/office/powerpoint/2010/main" val="478139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304D4-1233-C74B-DB61-ECAD0FE237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7771" y="1877470"/>
            <a:ext cx="11828207" cy="35868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04C5A0-191F-5E24-D976-9D97E2E44DFD}"/>
              </a:ext>
            </a:extLst>
          </p:cNvPr>
          <p:cNvSpPr txBox="1"/>
          <p:nvPr/>
        </p:nvSpPr>
        <p:spPr>
          <a:xfrm>
            <a:off x="619432" y="766917"/>
            <a:ext cx="1097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800" b="1" dirty="0"/>
              <a:t>Competing interests or priorities among stakeholders may create controversy </a:t>
            </a:r>
          </a:p>
        </p:txBody>
      </p:sp>
    </p:spTree>
    <p:extLst>
      <p:ext uri="{BB962C8B-B14F-4D97-AF65-F5344CB8AC3E}">
        <p14:creationId xmlns:p14="http://schemas.microsoft.com/office/powerpoint/2010/main" val="3758775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BF49-1E83-4D2F-E850-BE5A1544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244"/>
            <a:ext cx="10515600" cy="1255802"/>
          </a:xfrm>
        </p:spPr>
        <p:txBody>
          <a:bodyPr>
            <a:normAutofit/>
          </a:bodyPr>
          <a:lstStyle/>
          <a:p>
            <a:r>
              <a:rPr lang="en-MY" sz="2800" b="1" dirty="0"/>
              <a:t>Science, Technology and Sustainability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FF57C-890D-1309-13BD-699FBC94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1ED8A1-3196-48C6-A3BE-98641625733B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02FC3-EE9D-1318-8B30-F5F4AA1B91AB}"/>
              </a:ext>
            </a:extLst>
          </p:cNvPr>
          <p:cNvSpPr/>
          <p:nvPr/>
        </p:nvSpPr>
        <p:spPr>
          <a:xfrm>
            <a:off x="7567612" y="1091113"/>
            <a:ext cx="3686174" cy="7239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Sustainability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E9C98-34A6-FF76-28CF-6D315065D07F}"/>
              </a:ext>
            </a:extLst>
          </p:cNvPr>
          <p:cNvSpPr txBox="1"/>
          <p:nvPr/>
        </p:nvSpPr>
        <p:spPr>
          <a:xfrm>
            <a:off x="7567610" y="1915370"/>
            <a:ext cx="3686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“Meeting the needs of the present without compromising the ability of future generations to meet their own needs.” (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Brundtland Commission 1987)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64AC32-A6EB-5228-1F37-8FDA7B11AD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67611" y="3429000"/>
            <a:ext cx="3686174" cy="21187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109022-051D-148B-AB24-AF089D70453A}"/>
              </a:ext>
            </a:extLst>
          </p:cNvPr>
          <p:cNvSpPr/>
          <p:nvPr/>
        </p:nvSpPr>
        <p:spPr>
          <a:xfrm>
            <a:off x="1274261" y="2524924"/>
            <a:ext cx="3160794" cy="1444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Science, Technology and Innovation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D8511C6-FC65-5967-9ED6-A7B67083CDC1}"/>
              </a:ext>
            </a:extLst>
          </p:cNvPr>
          <p:cNvSpPr/>
          <p:nvPr/>
        </p:nvSpPr>
        <p:spPr>
          <a:xfrm>
            <a:off x="5039107" y="2784503"/>
            <a:ext cx="1900853" cy="8406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FB454-8CF0-7FBD-3A09-76AA1BEAB912}"/>
              </a:ext>
            </a:extLst>
          </p:cNvPr>
          <p:cNvSpPr txBox="1"/>
          <p:nvPr/>
        </p:nvSpPr>
        <p:spPr>
          <a:xfrm>
            <a:off x="7567610" y="5790782"/>
            <a:ext cx="368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https://sdgs.un.org/goals</a:t>
            </a:r>
          </a:p>
        </p:txBody>
      </p:sp>
    </p:spTree>
    <p:extLst>
      <p:ext uri="{BB962C8B-B14F-4D97-AF65-F5344CB8AC3E}">
        <p14:creationId xmlns:p14="http://schemas.microsoft.com/office/powerpoint/2010/main" val="235831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0BFD5-0B81-279B-8BEA-185F8E36160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9709" y="3132890"/>
            <a:ext cx="5541894" cy="31145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ECE63D-5991-4873-B1F0-83F542F3B13F}"/>
              </a:ext>
            </a:extLst>
          </p:cNvPr>
          <p:cNvSpPr txBox="1"/>
          <p:nvPr/>
        </p:nvSpPr>
        <p:spPr>
          <a:xfrm>
            <a:off x="1211333" y="1657767"/>
            <a:ext cx="5099009" cy="1235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Artificial meat or lab-grown meat, produced in vitro using tissue engineering techniques</a:t>
            </a:r>
            <a:endParaRPr lang="en-MY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5DAB0-9DCF-9A54-5852-4657917406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26421" y="135685"/>
            <a:ext cx="4884666" cy="6737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5C12F1-FFAC-9046-C24C-7E496C066951}"/>
              </a:ext>
            </a:extLst>
          </p:cNvPr>
          <p:cNvSpPr txBox="1"/>
          <p:nvPr/>
        </p:nvSpPr>
        <p:spPr>
          <a:xfrm>
            <a:off x="940418" y="833261"/>
            <a:ext cx="6023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b="1" dirty="0"/>
              <a:t>Case example 1: Cultured meat </a:t>
            </a:r>
          </a:p>
        </p:txBody>
      </p:sp>
    </p:spTree>
    <p:extLst>
      <p:ext uri="{BB962C8B-B14F-4D97-AF65-F5344CB8AC3E}">
        <p14:creationId xmlns:p14="http://schemas.microsoft.com/office/powerpoint/2010/main" val="176424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BA20F2-FC8C-4E58-FB1D-7DF88CAF7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8" t="3629" r="3134" b="3629"/>
          <a:stretch>
            <a:fillRect/>
          </a:stretch>
        </p:blipFill>
        <p:spPr>
          <a:xfrm>
            <a:off x="1244764" y="790513"/>
            <a:ext cx="9880993" cy="542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31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844F-62A2-923F-72ED-D8934066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2800" b="1" dirty="0"/>
              <a:t>Class activity: Campus sustainability case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FA843-F694-39DD-59BB-2590B6A2E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Scenario: The university plans to allow only cars with campus stickers to enter the campus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Questions:</a:t>
            </a:r>
          </a:p>
          <a:p>
            <a:pPr marL="514350" indent="-514350">
              <a:buAutoNum type="arabicPeriod"/>
            </a:pPr>
            <a:r>
              <a:rPr lang="en-US" dirty="0"/>
              <a:t>Who is most affected?</a:t>
            </a:r>
          </a:p>
          <a:p>
            <a:pPr marL="514350" indent="-514350">
              <a:buAutoNum type="arabicPeriod"/>
            </a:pPr>
            <a:r>
              <a:rPr lang="en-US" dirty="0"/>
              <a:t>Will they support this plan?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83912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276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Office Theme</vt:lpstr>
      <vt:lpstr>Office 2013 - 2022 Theme</vt:lpstr>
      <vt:lpstr>1_Office Theme</vt:lpstr>
      <vt:lpstr>2_Office Theme</vt:lpstr>
      <vt:lpstr>SIX1015 Science, Technology and Society Semester 2 2025/2026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Science, Technology and Sustainability</vt:lpstr>
      <vt:lpstr>PowerPoint Presentation</vt:lpstr>
      <vt:lpstr>PowerPoint Presentation</vt:lpstr>
      <vt:lpstr>Class activity: Campus sustainability case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munirah isa</dc:creator>
  <cp:lastModifiedBy>noor munirah isa</cp:lastModifiedBy>
  <cp:revision>26</cp:revision>
  <dcterms:created xsi:type="dcterms:W3CDTF">2026-03-29T03:00:20Z</dcterms:created>
  <dcterms:modified xsi:type="dcterms:W3CDTF">2026-03-31T23:08:20Z</dcterms:modified>
</cp:coreProperties>
</file>